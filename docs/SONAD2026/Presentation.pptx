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  <p:sldMasterId id="2147484036" r:id="rId2"/>
  </p:sldMasterIdLst>
  <p:notesMasterIdLst>
    <p:notesMasterId r:id="rId28"/>
  </p:notesMasterIdLst>
  <p:handoutMasterIdLst>
    <p:handoutMasterId r:id="rId29"/>
  </p:handoutMasterIdLst>
  <p:sldIdLst>
    <p:sldId id="2142533022" r:id="rId3"/>
    <p:sldId id="2142533168" r:id="rId4"/>
    <p:sldId id="2142533170" r:id="rId5"/>
    <p:sldId id="2142533118" r:id="rId6"/>
    <p:sldId id="2142533177" r:id="rId7"/>
    <p:sldId id="2142533119" r:id="rId8"/>
    <p:sldId id="2142533147" r:id="rId9"/>
    <p:sldId id="2142533148" r:id="rId10"/>
    <p:sldId id="2142533149" r:id="rId11"/>
    <p:sldId id="2142533175" r:id="rId12"/>
    <p:sldId id="2142533178" r:id="rId13"/>
    <p:sldId id="2142533179" r:id="rId14"/>
    <p:sldId id="2142533180" r:id="rId15"/>
    <p:sldId id="2142533181" r:id="rId16"/>
    <p:sldId id="2142533194" r:id="rId17"/>
    <p:sldId id="2142533159" r:id="rId18"/>
    <p:sldId id="2142533184" r:id="rId19"/>
    <p:sldId id="2142533183" r:id="rId20"/>
    <p:sldId id="2142533186" r:id="rId21"/>
    <p:sldId id="2142533192" r:id="rId22"/>
    <p:sldId id="2142533189" r:id="rId23"/>
    <p:sldId id="2142533167" r:id="rId24"/>
    <p:sldId id="2142533193" r:id="rId25"/>
    <p:sldId id="2142533190" r:id="rId26"/>
    <p:sldId id="2142533152" r:id="rId27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FBE6"/>
    <a:srgbClr val="A7F0BA"/>
    <a:srgbClr val="E5F6FF"/>
    <a:srgbClr val="F1C21B"/>
    <a:srgbClr val="FDDC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85986" autoAdjust="0"/>
  </p:normalViewPr>
  <p:slideViewPr>
    <p:cSldViewPr snapToGrid="0" snapToObjects="1">
      <p:cViewPr varScale="1">
        <p:scale>
          <a:sx n="69" d="100"/>
          <a:sy n="69" d="100"/>
        </p:scale>
        <p:origin x="1182" y="90"/>
      </p:cViewPr>
      <p:guideLst/>
    </p:cSldViewPr>
  </p:slideViewPr>
  <p:outlineViewPr>
    <p:cViewPr>
      <p:scale>
        <a:sx n="33" d="100"/>
        <a:sy n="33" d="100"/>
      </p:scale>
      <p:origin x="0" y="-599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3" d="100"/>
        <a:sy n="93" d="100"/>
      </p:scale>
      <p:origin x="0" y="-13939"/>
    </p:cViewPr>
  </p:sorterViewPr>
  <p:notesViewPr>
    <p:cSldViewPr snapToGrid="0" snapToObjects="1">
      <p:cViewPr varScale="1">
        <p:scale>
          <a:sx n="59" d="100"/>
          <a:sy n="59" d="100"/>
        </p:scale>
        <p:origin x="2371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6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Add  Curtis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7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Constant-time: Cannot use FP + Have to read the entire table into memory (no single-element access) 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579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03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984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x-axis: Individual input values in an interval. There are 2^15 = 32768 values in total</a:t>
            </a:r>
          </a:p>
          <a:p>
            <a:pPr marL="285750" indent="-285750">
              <a:buFontTx/>
              <a:buChar char="-"/>
            </a:pPr>
            <a:r>
              <a:rPr lang="en-US" dirty="0"/>
              <a:t>y-axis: The </a:t>
            </a:r>
            <a:r>
              <a:rPr lang="en-US" dirty="0" err="1"/>
              <a:t>ulp</a:t>
            </a:r>
            <a:r>
              <a:rPr lang="en-US" dirty="0"/>
              <a:t> error of each value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031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x-axis: Individual input values in an interval. There are 2^15 = 32768 values in total</a:t>
            </a:r>
          </a:p>
          <a:p>
            <a:pPr marL="285750" indent="-285750">
              <a:buFontTx/>
              <a:buChar char="-"/>
            </a:pPr>
            <a:r>
              <a:rPr lang="en-US" dirty="0"/>
              <a:t>y-axis: The </a:t>
            </a:r>
            <a:r>
              <a:rPr lang="en-US" dirty="0" err="1"/>
              <a:t>ulp</a:t>
            </a:r>
            <a:r>
              <a:rPr lang="en-US" dirty="0"/>
              <a:t> error of each value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581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x-axis: Individual input values in an interval. There are 2^15 = 32768 values in total</a:t>
            </a:r>
          </a:p>
          <a:p>
            <a:pPr marL="285750" indent="-285750">
              <a:buFontTx/>
              <a:buChar char="-"/>
            </a:pPr>
            <a:r>
              <a:rPr lang="en-US" dirty="0"/>
              <a:t>y-axis: The </a:t>
            </a:r>
            <a:r>
              <a:rPr lang="en-US" dirty="0" err="1"/>
              <a:t>ulp</a:t>
            </a:r>
            <a:r>
              <a:rPr lang="en-US" dirty="0"/>
              <a:t> error of each value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756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x-axis: Individual input values in an interval. There are 2^15 = 32768 values in total</a:t>
            </a:r>
          </a:p>
          <a:p>
            <a:pPr marL="285750" indent="-285750">
              <a:buFontTx/>
              <a:buChar char="-"/>
            </a:pPr>
            <a:r>
              <a:rPr lang="en-US" dirty="0"/>
              <a:t>y-axis: The </a:t>
            </a:r>
            <a:r>
              <a:rPr lang="en-US" dirty="0" err="1"/>
              <a:t>ulp</a:t>
            </a:r>
            <a:r>
              <a:rPr lang="en-US" dirty="0"/>
              <a:t> error of each value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891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Element-width selection: Allows for mixed-precision performance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840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4D311-1826-CF39-9E17-938123CC6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F2AE2-DF61-ABD1-22AF-1D8EEFAA4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BF754-48CE-8649-0A01-2E3E1D067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D2691-10C0-6219-8E5F-10011EAEF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5A92-BAEB-E66B-336D-B401CF4E4B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27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690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22AB-9792-09C8-CE36-D5BB7DF7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E8737-13AD-1852-F9ED-25B6DE7A7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A594F-4A9F-3C1E-0CA3-BCC03DC07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CBBF1-7366-A6F6-0266-B4437BAE1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F7FAE-41A1-7A5D-A1C9-B411AA8F94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351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1B037-5ED6-0420-F541-C327DC90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06CCD-E3E7-98F9-A3EE-6748F038C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623DF3-3F76-BF84-3DC3-10F6E0C8F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12E52-A466-A1D4-6B3E-52E1923E4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9D8CB-DD84-ED9E-5A9C-6C3C3BB8CA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0358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27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F0F8A-0E47-26EB-7D02-25E9BC600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506BA-423F-03F4-121F-22F0D735C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81E78B-778C-C362-9C5F-28FF55DF6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SIMD (Internal) Ops</a:t>
            </a:r>
          </a:p>
          <a:p>
            <a:endParaRPr lang="en-CA" dirty="0"/>
          </a:p>
          <a:p>
            <a:pPr marL="285750" indent="-285750">
              <a:buFontTx/>
              <a:buChar char="-"/>
            </a:pPr>
            <a:r>
              <a:rPr lang="en-CA" dirty="0"/>
              <a:t>Look into ARM/POWER (not constant time div)</a:t>
            </a:r>
          </a:p>
          <a:p>
            <a:pPr marL="285750" indent="-285750">
              <a:buFontTx/>
              <a:buChar char="-"/>
            </a:pPr>
            <a:r>
              <a:rPr lang="en-CA" dirty="0"/>
              <a:t>Select a certain subset of RISCV instructions to ensure constant time</a:t>
            </a:r>
          </a:p>
          <a:p>
            <a:pPr marL="285750" indent="-285750">
              <a:buFontTx/>
              <a:buChar char="-"/>
            </a:pPr>
            <a:endParaRPr lang="en-CA" dirty="0"/>
          </a:p>
          <a:p>
            <a:pPr marL="285750" indent="-285750">
              <a:buFontTx/>
              <a:buChar char="-"/>
            </a:pPr>
            <a:endParaRPr lang="en-CA" dirty="0"/>
          </a:p>
          <a:p>
            <a:pPr marL="0" indent="0">
              <a:buFontTx/>
              <a:buNone/>
            </a:pPr>
            <a:r>
              <a:rPr lang="en-CA" dirty="0"/>
              <a:t>Implementor can freely change parameters and the software will adapt; But only works for matrix ops/dot product etc.</a:t>
            </a:r>
          </a:p>
          <a:p>
            <a:pPr marL="0" indent="0">
              <a:buFontTx/>
              <a:buNone/>
            </a:pPr>
            <a:r>
              <a:rPr lang="en-CA" dirty="0"/>
              <a:t>Doesn’t quite work with operations like table lookups</a:t>
            </a:r>
          </a:p>
          <a:p>
            <a:pPr marL="0" indent="0">
              <a:buFontTx/>
              <a:buNone/>
            </a:pPr>
            <a:r>
              <a:rPr lang="en-CA" dirty="0"/>
              <a:t>The bulk of numerical computations is becoming more hardware independent, but performance-critical elementary functions are going the opposite way – need to optimize for architecture (in our experience)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6A626-8F7C-6E30-7511-D2BC72737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C6B58-4B51-F318-259A-997681D3077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473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6A93-E0B8-6E7E-4FBD-E30ED127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B8C48-6B47-10C7-4692-D8A8936F7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046B1-60F4-9A23-36BE-6A4761516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No direct comparison, but this is the closest comparison relative to other FP </a:t>
            </a:r>
            <a:r>
              <a:rPr lang="en-CA" dirty="0" err="1"/>
              <a:t>recip</a:t>
            </a:r>
            <a:r>
              <a:rPr lang="en-CA" dirty="0"/>
              <a:t> estimates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2926A-B498-1C51-4393-DDC8945A6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E238B-56E0-59A9-5AD1-1F17B05C7D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806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06BF4-C676-0FC9-3BA6-BA558003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5D711B-778C-2C07-543B-13AF123D3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CED07-C788-6132-4AA1-AEB78FBFE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72723-FECA-5ABA-5FF6-7BD4B857C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9F805-060D-A998-FC83-56C68EF6AD8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102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x-axis: Individual input values in an interval. There are 2^15 = 32768 values in total</a:t>
            </a:r>
          </a:p>
          <a:p>
            <a:pPr marL="285750" indent="-285750">
              <a:buFontTx/>
              <a:buChar char="-"/>
            </a:pPr>
            <a:r>
              <a:rPr lang="en-US" dirty="0"/>
              <a:t>y-axis: The </a:t>
            </a:r>
            <a:r>
              <a:rPr lang="en-US" dirty="0" err="1"/>
              <a:t>ulp</a:t>
            </a:r>
            <a:r>
              <a:rPr lang="en-US" dirty="0"/>
              <a:t> error of each value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621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F79CF1-BB23-64AA-9C92-5A1EAE747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462" y="6858000"/>
            <a:ext cx="10101577" cy="29022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6B8B5A-0A46-AB09-F47C-0B0DF9DF35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5462" y="10287000"/>
            <a:ext cx="10101577" cy="1709738"/>
          </a:xfrm>
        </p:spPr>
        <p:txBody>
          <a:bodyPr anchor="b" anchorCtr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0F0B5B-6B52-3139-61A7-7B7287D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2186064"/>
            <a:ext cx="10101072" cy="41417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6" name="Graphic 5">
            <a:extLst>
              <a:ext uri="{FF2B5EF4-FFF2-40B4-BE49-F238E27FC236}">
                <a16:creationId xmlns:a16="http://schemas.microsoft.com/office/drawing/2014/main" id="{F1A637DE-FA28-1BBA-ED19-561BF47FC9AA}"/>
              </a:ext>
            </a:extLst>
          </p:cNvPr>
          <p:cNvGrpSpPr/>
          <p:nvPr userDrawn="1"/>
        </p:nvGrpSpPr>
        <p:grpSpPr>
          <a:xfrm>
            <a:off x="598346" y="576072"/>
            <a:ext cx="3758389" cy="436594"/>
            <a:chOff x="6597650" y="8572457"/>
            <a:chExt cx="11188016" cy="1299659"/>
          </a:xfrm>
          <a:solidFill>
            <a:srgbClr val="000000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985145-6140-8167-8472-4F70B1B08F56}"/>
                </a:ext>
              </a:extLst>
            </p:cNvPr>
            <p:cNvSpPr/>
            <p:nvPr/>
          </p:nvSpPr>
          <p:spPr>
            <a:xfrm>
              <a:off x="11603037" y="8572457"/>
              <a:ext cx="633888" cy="1010097"/>
            </a:xfrm>
            <a:custGeom>
              <a:avLst/>
              <a:gdLst>
                <a:gd name="connsiteX0" fmla="*/ 95 w 633888"/>
                <a:gd name="connsiteY0" fmla="*/ 42 h 1010097"/>
                <a:gd name="connsiteX1" fmla="*/ 202502 w 633888"/>
                <a:gd name="connsiteY1" fmla="*/ 42 h 1010097"/>
                <a:gd name="connsiteX2" fmla="*/ 204216 w 633888"/>
                <a:gd name="connsiteY2" fmla="*/ 419904 h 1010097"/>
                <a:gd name="connsiteX3" fmla="*/ 276320 w 633888"/>
                <a:gd name="connsiteY3" fmla="*/ 318463 h 1010097"/>
                <a:gd name="connsiteX4" fmla="*/ 591884 w 633888"/>
                <a:gd name="connsiteY4" fmla="*/ 373899 h 1010097"/>
                <a:gd name="connsiteX5" fmla="*/ 633793 w 633888"/>
                <a:gd name="connsiteY5" fmla="*/ 562303 h 1010097"/>
                <a:gd name="connsiteX6" fmla="*/ 633889 w 633888"/>
                <a:gd name="connsiteY6" fmla="*/ 1010073 h 1010097"/>
                <a:gd name="connsiteX7" fmla="*/ 431482 w 633888"/>
                <a:gd name="connsiteY7" fmla="*/ 1010073 h 1010097"/>
                <a:gd name="connsiteX8" fmla="*/ 431102 w 633888"/>
                <a:gd name="connsiteY8" fmla="*/ 561827 h 1010097"/>
                <a:gd name="connsiteX9" fmla="*/ 376333 w 633888"/>
                <a:gd name="connsiteY9" fmla="*/ 448765 h 1010097"/>
                <a:gd name="connsiteX10" fmla="*/ 203454 w 633888"/>
                <a:gd name="connsiteY10" fmla="*/ 533538 h 1010097"/>
                <a:gd name="connsiteX11" fmla="*/ 202502 w 633888"/>
                <a:gd name="connsiteY11" fmla="*/ 1010073 h 1010097"/>
                <a:gd name="connsiteX12" fmla="*/ 0 w 633888"/>
                <a:gd name="connsiteY12" fmla="*/ 1009978 h 1010097"/>
                <a:gd name="connsiteX13" fmla="*/ 95 w 633888"/>
                <a:gd name="connsiteY13" fmla="*/ 42 h 1010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888" h="1010097">
                  <a:moveTo>
                    <a:pt x="95" y="42"/>
                  </a:moveTo>
                  <a:cubicBezTo>
                    <a:pt x="67533" y="-53"/>
                    <a:pt x="134969" y="42"/>
                    <a:pt x="202502" y="42"/>
                  </a:cubicBezTo>
                  <a:cubicBezTo>
                    <a:pt x="203549" y="139965"/>
                    <a:pt x="200311" y="280077"/>
                    <a:pt x="204216" y="419904"/>
                  </a:cubicBezTo>
                  <a:cubicBezTo>
                    <a:pt x="224504" y="383709"/>
                    <a:pt x="241364" y="343419"/>
                    <a:pt x="276320" y="318463"/>
                  </a:cubicBezTo>
                  <a:cubicBezTo>
                    <a:pt x="371284" y="247692"/>
                    <a:pt x="531781" y="265695"/>
                    <a:pt x="591884" y="373899"/>
                  </a:cubicBezTo>
                  <a:cubicBezTo>
                    <a:pt x="624840" y="430668"/>
                    <a:pt x="633413" y="497724"/>
                    <a:pt x="633793" y="562303"/>
                  </a:cubicBezTo>
                  <a:cubicBezTo>
                    <a:pt x="633984" y="711560"/>
                    <a:pt x="633793" y="860817"/>
                    <a:pt x="633889" y="1010073"/>
                  </a:cubicBezTo>
                  <a:lnTo>
                    <a:pt x="431482" y="1010073"/>
                  </a:lnTo>
                  <a:cubicBezTo>
                    <a:pt x="431197" y="860626"/>
                    <a:pt x="432054" y="711179"/>
                    <a:pt x="431102" y="561827"/>
                  </a:cubicBezTo>
                  <a:cubicBezTo>
                    <a:pt x="429959" y="519441"/>
                    <a:pt x="420624" y="466386"/>
                    <a:pt x="376333" y="448765"/>
                  </a:cubicBezTo>
                  <a:cubicBezTo>
                    <a:pt x="310801" y="425334"/>
                    <a:pt x="211836" y="455052"/>
                    <a:pt x="203454" y="533538"/>
                  </a:cubicBezTo>
                  <a:cubicBezTo>
                    <a:pt x="201168" y="692319"/>
                    <a:pt x="203168" y="851196"/>
                    <a:pt x="202502" y="1010073"/>
                  </a:cubicBezTo>
                  <a:cubicBezTo>
                    <a:pt x="134969" y="1010073"/>
                    <a:pt x="67533" y="1010169"/>
                    <a:pt x="0" y="1009978"/>
                  </a:cubicBezTo>
                  <a:cubicBezTo>
                    <a:pt x="191" y="673365"/>
                    <a:pt x="95" y="336656"/>
                    <a:pt x="95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D933579-F84C-4074-BCE8-A5F3C6A8C115}"/>
                </a:ext>
              </a:extLst>
            </p:cNvPr>
            <p:cNvSpPr/>
            <p:nvPr/>
          </p:nvSpPr>
          <p:spPr>
            <a:xfrm>
              <a:off x="14012576" y="8572457"/>
              <a:ext cx="634202" cy="1010164"/>
            </a:xfrm>
            <a:custGeom>
              <a:avLst/>
              <a:gdLst>
                <a:gd name="connsiteX0" fmla="*/ 381 w 634202"/>
                <a:gd name="connsiteY0" fmla="*/ 42 h 1010164"/>
                <a:gd name="connsiteX1" fmla="*/ 202788 w 634202"/>
                <a:gd name="connsiteY1" fmla="*/ 42 h 1010164"/>
                <a:gd name="connsiteX2" fmla="*/ 204502 w 634202"/>
                <a:gd name="connsiteY2" fmla="*/ 419904 h 1010164"/>
                <a:gd name="connsiteX3" fmla="*/ 271558 w 634202"/>
                <a:gd name="connsiteY3" fmla="*/ 322559 h 1010164"/>
                <a:gd name="connsiteX4" fmla="*/ 596265 w 634202"/>
                <a:gd name="connsiteY4" fmla="*/ 381233 h 1010164"/>
                <a:gd name="connsiteX5" fmla="*/ 634175 w 634202"/>
                <a:gd name="connsiteY5" fmla="*/ 562303 h 1010164"/>
                <a:gd name="connsiteX6" fmla="*/ 634175 w 634202"/>
                <a:gd name="connsiteY6" fmla="*/ 1010073 h 1010164"/>
                <a:gd name="connsiteX7" fmla="*/ 431768 w 634202"/>
                <a:gd name="connsiteY7" fmla="*/ 1010073 h 1010164"/>
                <a:gd name="connsiteX8" fmla="*/ 431388 w 634202"/>
                <a:gd name="connsiteY8" fmla="*/ 562303 h 1010164"/>
                <a:gd name="connsiteX9" fmla="*/ 376333 w 634202"/>
                <a:gd name="connsiteY9" fmla="*/ 448575 h 1010164"/>
                <a:gd name="connsiteX10" fmla="*/ 203835 w 634202"/>
                <a:gd name="connsiteY10" fmla="*/ 533347 h 1010164"/>
                <a:gd name="connsiteX11" fmla="*/ 202788 w 634202"/>
                <a:gd name="connsiteY11" fmla="*/ 1010073 h 1010164"/>
                <a:gd name="connsiteX12" fmla="*/ 0 w 634202"/>
                <a:gd name="connsiteY12" fmla="*/ 1009597 h 1010164"/>
                <a:gd name="connsiteX13" fmla="*/ 381 w 634202"/>
                <a:gd name="connsiteY13" fmla="*/ 42 h 1010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4202" h="1010164">
                  <a:moveTo>
                    <a:pt x="381" y="42"/>
                  </a:moveTo>
                  <a:cubicBezTo>
                    <a:pt x="67819" y="-53"/>
                    <a:pt x="135255" y="42"/>
                    <a:pt x="202788" y="42"/>
                  </a:cubicBezTo>
                  <a:cubicBezTo>
                    <a:pt x="203835" y="139965"/>
                    <a:pt x="200597" y="280077"/>
                    <a:pt x="204502" y="419904"/>
                  </a:cubicBezTo>
                  <a:cubicBezTo>
                    <a:pt x="223933" y="385710"/>
                    <a:pt x="239363" y="347419"/>
                    <a:pt x="271558" y="322559"/>
                  </a:cubicBezTo>
                  <a:cubicBezTo>
                    <a:pt x="367856" y="244644"/>
                    <a:pt x="538544" y="265314"/>
                    <a:pt x="596265" y="381233"/>
                  </a:cubicBezTo>
                  <a:cubicBezTo>
                    <a:pt x="625888" y="436573"/>
                    <a:pt x="633794" y="500391"/>
                    <a:pt x="634175" y="562303"/>
                  </a:cubicBezTo>
                  <a:cubicBezTo>
                    <a:pt x="634270" y="711560"/>
                    <a:pt x="634079" y="860817"/>
                    <a:pt x="634175" y="1010073"/>
                  </a:cubicBezTo>
                  <a:lnTo>
                    <a:pt x="431768" y="1010073"/>
                  </a:lnTo>
                  <a:cubicBezTo>
                    <a:pt x="431483" y="860817"/>
                    <a:pt x="432245" y="711560"/>
                    <a:pt x="431388" y="562303"/>
                  </a:cubicBezTo>
                  <a:cubicBezTo>
                    <a:pt x="430340" y="519822"/>
                    <a:pt x="421005" y="466101"/>
                    <a:pt x="376333" y="448575"/>
                  </a:cubicBezTo>
                  <a:cubicBezTo>
                    <a:pt x="310801" y="425524"/>
                    <a:pt x="212408" y="455147"/>
                    <a:pt x="203835" y="533347"/>
                  </a:cubicBezTo>
                  <a:cubicBezTo>
                    <a:pt x="201359" y="692129"/>
                    <a:pt x="203454" y="851101"/>
                    <a:pt x="202788" y="1010073"/>
                  </a:cubicBezTo>
                  <a:cubicBezTo>
                    <a:pt x="135160" y="1009883"/>
                    <a:pt x="67533" y="1010645"/>
                    <a:pt x="0" y="1009597"/>
                  </a:cubicBezTo>
                  <a:cubicBezTo>
                    <a:pt x="858" y="673079"/>
                    <a:pt x="95" y="336561"/>
                    <a:pt x="381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B61EFE4-D8E6-B1E2-379D-12B26CE8F152}"/>
                </a:ext>
              </a:extLst>
            </p:cNvPr>
            <p:cNvSpPr/>
            <p:nvPr/>
          </p:nvSpPr>
          <p:spPr>
            <a:xfrm>
              <a:off x="6597650" y="8630030"/>
              <a:ext cx="382566" cy="952500"/>
            </a:xfrm>
            <a:custGeom>
              <a:avLst/>
              <a:gdLst>
                <a:gd name="connsiteX0" fmla="*/ 0 w 382566"/>
                <a:gd name="connsiteY0" fmla="*/ 0 h 952500"/>
                <a:gd name="connsiteX1" fmla="*/ 382524 w 382566"/>
                <a:gd name="connsiteY1" fmla="*/ 0 h 952500"/>
                <a:gd name="connsiteX2" fmla="*/ 382524 w 382566"/>
                <a:gd name="connsiteY2" fmla="*/ 95631 h 952500"/>
                <a:gd name="connsiteX3" fmla="*/ 248793 w 382566"/>
                <a:gd name="connsiteY3" fmla="*/ 95631 h 952500"/>
                <a:gd name="connsiteX4" fmla="*/ 248793 w 382566"/>
                <a:gd name="connsiteY4" fmla="*/ 856869 h 952500"/>
                <a:gd name="connsiteX5" fmla="*/ 382524 w 382566"/>
                <a:gd name="connsiteY5" fmla="*/ 856869 h 952500"/>
                <a:gd name="connsiteX6" fmla="*/ 382524 w 382566"/>
                <a:gd name="connsiteY6" fmla="*/ 952500 h 952500"/>
                <a:gd name="connsiteX7" fmla="*/ 0 w 382566"/>
                <a:gd name="connsiteY7" fmla="*/ 952500 h 952500"/>
                <a:gd name="connsiteX8" fmla="*/ 0 w 382566"/>
                <a:gd name="connsiteY8" fmla="*/ 856869 h 952500"/>
                <a:gd name="connsiteX9" fmla="*/ 133731 w 382566"/>
                <a:gd name="connsiteY9" fmla="*/ 856869 h 952500"/>
                <a:gd name="connsiteX10" fmla="*/ 133731 w 382566"/>
                <a:gd name="connsiteY10" fmla="*/ 95631 h 952500"/>
                <a:gd name="connsiteX11" fmla="*/ 0 w 382566"/>
                <a:gd name="connsiteY11" fmla="*/ 95631 h 952500"/>
                <a:gd name="connsiteX12" fmla="*/ 0 w 382566"/>
                <a:gd name="connsiteY12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566" h="952500">
                  <a:moveTo>
                    <a:pt x="0" y="0"/>
                  </a:moveTo>
                  <a:lnTo>
                    <a:pt x="382524" y="0"/>
                  </a:lnTo>
                  <a:lnTo>
                    <a:pt x="382524" y="95631"/>
                  </a:lnTo>
                  <a:lnTo>
                    <a:pt x="248793" y="95631"/>
                  </a:lnTo>
                  <a:lnTo>
                    <a:pt x="248793" y="856869"/>
                  </a:lnTo>
                  <a:cubicBezTo>
                    <a:pt x="293370" y="856869"/>
                    <a:pt x="337947" y="856869"/>
                    <a:pt x="382524" y="856869"/>
                  </a:cubicBezTo>
                  <a:cubicBezTo>
                    <a:pt x="382524" y="888682"/>
                    <a:pt x="382619" y="920591"/>
                    <a:pt x="382524" y="952500"/>
                  </a:cubicBezTo>
                  <a:lnTo>
                    <a:pt x="0" y="952500"/>
                  </a:lnTo>
                  <a:cubicBezTo>
                    <a:pt x="0" y="920591"/>
                    <a:pt x="0" y="888682"/>
                    <a:pt x="0" y="856869"/>
                  </a:cubicBezTo>
                  <a:cubicBezTo>
                    <a:pt x="44577" y="856869"/>
                    <a:pt x="89154" y="856869"/>
                    <a:pt x="133731" y="856869"/>
                  </a:cubicBezTo>
                  <a:lnTo>
                    <a:pt x="133731" y="95631"/>
                  </a:lnTo>
                  <a:lnTo>
                    <a:pt x="0" y="95631"/>
                  </a:lnTo>
                  <a:cubicBezTo>
                    <a:pt x="0" y="63722"/>
                    <a:pt x="0" y="3190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B4E91B9-0A97-3141-A66A-E824B4E354B8}"/>
                </a:ext>
              </a:extLst>
            </p:cNvPr>
            <p:cNvSpPr/>
            <p:nvPr/>
          </p:nvSpPr>
          <p:spPr>
            <a:xfrm>
              <a:off x="7188676" y="8629948"/>
              <a:ext cx="678881" cy="952722"/>
            </a:xfrm>
            <a:custGeom>
              <a:avLst/>
              <a:gdLst>
                <a:gd name="connsiteX0" fmla="*/ 0 w 678881"/>
                <a:gd name="connsiteY0" fmla="*/ 83 h 952722"/>
                <a:gd name="connsiteX1" fmla="*/ 409956 w 678881"/>
                <a:gd name="connsiteY1" fmla="*/ 464 h 952722"/>
                <a:gd name="connsiteX2" fmla="*/ 622554 w 678881"/>
                <a:gd name="connsiteY2" fmla="*/ 130575 h 952722"/>
                <a:gd name="connsiteX3" fmla="*/ 607886 w 678881"/>
                <a:gd name="connsiteY3" fmla="*/ 378130 h 952722"/>
                <a:gd name="connsiteX4" fmla="*/ 486347 w 678881"/>
                <a:gd name="connsiteY4" fmla="*/ 452711 h 952722"/>
                <a:gd name="connsiteX5" fmla="*/ 662940 w 678881"/>
                <a:gd name="connsiteY5" fmla="*/ 585394 h 952722"/>
                <a:gd name="connsiteX6" fmla="*/ 543878 w 678881"/>
                <a:gd name="connsiteY6" fmla="*/ 925246 h 952722"/>
                <a:gd name="connsiteX7" fmla="*/ 428530 w 678881"/>
                <a:gd name="connsiteY7" fmla="*/ 952678 h 952722"/>
                <a:gd name="connsiteX8" fmla="*/ 0 w 678881"/>
                <a:gd name="connsiteY8" fmla="*/ 952583 h 952722"/>
                <a:gd name="connsiteX9" fmla="*/ 0 w 678881"/>
                <a:gd name="connsiteY9" fmla="*/ 83 h 952722"/>
                <a:gd name="connsiteX10" fmla="*/ 115062 w 678881"/>
                <a:gd name="connsiteY10" fmla="*/ 101238 h 952722"/>
                <a:gd name="connsiteX11" fmla="*/ 115062 w 678881"/>
                <a:gd name="connsiteY11" fmla="*/ 412039 h 952722"/>
                <a:gd name="connsiteX12" fmla="*/ 400050 w 678881"/>
                <a:gd name="connsiteY12" fmla="*/ 410896 h 952722"/>
                <a:gd name="connsiteX13" fmla="*/ 519398 w 678881"/>
                <a:gd name="connsiteY13" fmla="*/ 313646 h 952722"/>
                <a:gd name="connsiteX14" fmla="*/ 513969 w 678881"/>
                <a:gd name="connsiteY14" fmla="*/ 180391 h 952722"/>
                <a:gd name="connsiteX15" fmla="*/ 389858 w 678881"/>
                <a:gd name="connsiteY15" fmla="*/ 101715 h 952722"/>
                <a:gd name="connsiteX16" fmla="*/ 115062 w 678881"/>
                <a:gd name="connsiteY16" fmla="*/ 101238 h 952722"/>
                <a:gd name="connsiteX17" fmla="*/ 115062 w 678881"/>
                <a:gd name="connsiteY17" fmla="*/ 510432 h 952722"/>
                <a:gd name="connsiteX18" fmla="*/ 115062 w 678881"/>
                <a:gd name="connsiteY18" fmla="*/ 851427 h 952722"/>
                <a:gd name="connsiteX19" fmla="*/ 400526 w 678881"/>
                <a:gd name="connsiteY19" fmla="*/ 851332 h 952722"/>
                <a:gd name="connsiteX20" fmla="*/ 520637 w 678881"/>
                <a:gd name="connsiteY20" fmla="*/ 805993 h 952722"/>
                <a:gd name="connsiteX21" fmla="*/ 555498 w 678881"/>
                <a:gd name="connsiteY21" fmla="*/ 705314 h 952722"/>
                <a:gd name="connsiteX22" fmla="*/ 529304 w 678881"/>
                <a:gd name="connsiteY22" fmla="*/ 566535 h 952722"/>
                <a:gd name="connsiteX23" fmla="*/ 400241 w 678881"/>
                <a:gd name="connsiteY23" fmla="*/ 510623 h 952722"/>
                <a:gd name="connsiteX24" fmla="*/ 115062 w 678881"/>
                <a:gd name="connsiteY24" fmla="*/ 510432 h 9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8881" h="952722">
                  <a:moveTo>
                    <a:pt x="0" y="83"/>
                  </a:moveTo>
                  <a:cubicBezTo>
                    <a:pt x="136684" y="369"/>
                    <a:pt x="273272" y="-489"/>
                    <a:pt x="409956" y="464"/>
                  </a:cubicBezTo>
                  <a:cubicBezTo>
                    <a:pt x="497015" y="1893"/>
                    <a:pt x="586931" y="48279"/>
                    <a:pt x="622554" y="130575"/>
                  </a:cubicBezTo>
                  <a:cubicBezTo>
                    <a:pt x="655701" y="208490"/>
                    <a:pt x="657416" y="306693"/>
                    <a:pt x="607886" y="378130"/>
                  </a:cubicBezTo>
                  <a:cubicBezTo>
                    <a:pt x="580073" y="419850"/>
                    <a:pt x="532067" y="438328"/>
                    <a:pt x="486347" y="452711"/>
                  </a:cubicBezTo>
                  <a:cubicBezTo>
                    <a:pt x="563213" y="461950"/>
                    <a:pt x="636365" y="510909"/>
                    <a:pt x="662940" y="585394"/>
                  </a:cubicBezTo>
                  <a:cubicBezTo>
                    <a:pt x="705898" y="706743"/>
                    <a:pt x="660654" y="862191"/>
                    <a:pt x="543878" y="925246"/>
                  </a:cubicBezTo>
                  <a:cubicBezTo>
                    <a:pt x="508730" y="944391"/>
                    <a:pt x="468440" y="953440"/>
                    <a:pt x="428530" y="952678"/>
                  </a:cubicBezTo>
                  <a:cubicBezTo>
                    <a:pt x="285655" y="952488"/>
                    <a:pt x="142875" y="952583"/>
                    <a:pt x="0" y="952583"/>
                  </a:cubicBezTo>
                  <a:lnTo>
                    <a:pt x="0" y="83"/>
                  </a:lnTo>
                  <a:moveTo>
                    <a:pt x="115062" y="101238"/>
                  </a:moveTo>
                  <a:lnTo>
                    <a:pt x="115062" y="412039"/>
                  </a:lnTo>
                  <a:cubicBezTo>
                    <a:pt x="210026" y="411277"/>
                    <a:pt x="305086" y="413658"/>
                    <a:pt x="400050" y="410896"/>
                  </a:cubicBezTo>
                  <a:cubicBezTo>
                    <a:pt x="455486" y="408896"/>
                    <a:pt x="510540" y="370605"/>
                    <a:pt x="519398" y="313646"/>
                  </a:cubicBezTo>
                  <a:cubicBezTo>
                    <a:pt x="523875" y="269640"/>
                    <a:pt x="527495" y="223158"/>
                    <a:pt x="513969" y="180391"/>
                  </a:cubicBezTo>
                  <a:cubicBezTo>
                    <a:pt x="496919" y="128956"/>
                    <a:pt x="441293" y="102000"/>
                    <a:pt x="389858" y="101715"/>
                  </a:cubicBezTo>
                  <a:cubicBezTo>
                    <a:pt x="298228" y="100572"/>
                    <a:pt x="206693" y="101715"/>
                    <a:pt x="115062" y="101238"/>
                  </a:cubicBezTo>
                  <a:moveTo>
                    <a:pt x="115062" y="510432"/>
                  </a:moveTo>
                  <a:lnTo>
                    <a:pt x="115062" y="851427"/>
                  </a:lnTo>
                  <a:cubicBezTo>
                    <a:pt x="210217" y="851332"/>
                    <a:pt x="305372" y="851523"/>
                    <a:pt x="400526" y="851332"/>
                  </a:cubicBezTo>
                  <a:cubicBezTo>
                    <a:pt x="443960" y="851046"/>
                    <a:pt x="490538" y="839235"/>
                    <a:pt x="520637" y="805993"/>
                  </a:cubicBezTo>
                  <a:cubicBezTo>
                    <a:pt x="545878" y="779133"/>
                    <a:pt x="555212" y="741318"/>
                    <a:pt x="555498" y="705314"/>
                  </a:cubicBezTo>
                  <a:cubicBezTo>
                    <a:pt x="556355" y="658356"/>
                    <a:pt x="558832" y="606349"/>
                    <a:pt x="529304" y="566535"/>
                  </a:cubicBezTo>
                  <a:cubicBezTo>
                    <a:pt x="500348" y="525768"/>
                    <a:pt x="448056" y="510718"/>
                    <a:pt x="400241" y="510623"/>
                  </a:cubicBezTo>
                  <a:cubicBezTo>
                    <a:pt x="305181" y="510147"/>
                    <a:pt x="210122" y="510623"/>
                    <a:pt x="115062" y="510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C6552B-CC29-F330-6668-3C653EA3A00C}"/>
                </a:ext>
              </a:extLst>
            </p:cNvPr>
            <p:cNvSpPr/>
            <p:nvPr/>
          </p:nvSpPr>
          <p:spPr>
            <a:xfrm>
              <a:off x="8079644" y="8629935"/>
              <a:ext cx="854868" cy="952499"/>
            </a:xfrm>
            <a:custGeom>
              <a:avLst/>
              <a:gdLst>
                <a:gd name="connsiteX0" fmla="*/ 0 w 854868"/>
                <a:gd name="connsiteY0" fmla="*/ 95 h 952499"/>
                <a:gd name="connsiteX1" fmla="*/ 153734 w 854868"/>
                <a:gd name="connsiteY1" fmla="*/ 95 h 952499"/>
                <a:gd name="connsiteX2" fmla="*/ 430530 w 854868"/>
                <a:gd name="connsiteY2" fmla="*/ 516827 h 952499"/>
                <a:gd name="connsiteX3" fmla="*/ 706946 w 854868"/>
                <a:gd name="connsiteY3" fmla="*/ 0 h 952499"/>
                <a:gd name="connsiteX4" fmla="*/ 854869 w 854868"/>
                <a:gd name="connsiteY4" fmla="*/ 0 h 952499"/>
                <a:gd name="connsiteX5" fmla="*/ 854869 w 854868"/>
                <a:gd name="connsiteY5" fmla="*/ 952500 h 952499"/>
                <a:gd name="connsiteX6" fmla="*/ 742569 w 854868"/>
                <a:gd name="connsiteY6" fmla="*/ 952500 h 952499"/>
                <a:gd name="connsiteX7" fmla="*/ 741521 w 854868"/>
                <a:gd name="connsiteY7" fmla="*/ 146780 h 952499"/>
                <a:gd name="connsiteX8" fmla="*/ 707422 w 854868"/>
                <a:gd name="connsiteY8" fmla="*/ 207074 h 952499"/>
                <a:gd name="connsiteX9" fmla="*/ 427577 w 854868"/>
                <a:gd name="connsiteY9" fmla="*/ 725138 h 952499"/>
                <a:gd name="connsiteX10" fmla="*/ 193262 w 854868"/>
                <a:gd name="connsiteY10" fmla="*/ 297752 h 952499"/>
                <a:gd name="connsiteX11" fmla="*/ 113348 w 854868"/>
                <a:gd name="connsiteY11" fmla="*/ 146209 h 952499"/>
                <a:gd name="connsiteX12" fmla="*/ 112300 w 854868"/>
                <a:gd name="connsiteY12" fmla="*/ 952500 h 952499"/>
                <a:gd name="connsiteX13" fmla="*/ 0 w 854868"/>
                <a:gd name="connsiteY13" fmla="*/ 952500 h 952499"/>
                <a:gd name="connsiteX14" fmla="*/ 0 w 854868"/>
                <a:gd name="connsiteY14" fmla="*/ 95 h 95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868" h="952499">
                  <a:moveTo>
                    <a:pt x="0" y="95"/>
                  </a:moveTo>
                  <a:cubicBezTo>
                    <a:pt x="51245" y="95"/>
                    <a:pt x="102489" y="95"/>
                    <a:pt x="153734" y="95"/>
                  </a:cubicBezTo>
                  <a:cubicBezTo>
                    <a:pt x="246221" y="172212"/>
                    <a:pt x="335090" y="346424"/>
                    <a:pt x="430530" y="516827"/>
                  </a:cubicBezTo>
                  <a:cubicBezTo>
                    <a:pt x="522923" y="344615"/>
                    <a:pt x="614744" y="172212"/>
                    <a:pt x="706946" y="0"/>
                  </a:cubicBezTo>
                  <a:lnTo>
                    <a:pt x="854869" y="0"/>
                  </a:lnTo>
                  <a:lnTo>
                    <a:pt x="854869" y="952500"/>
                  </a:lnTo>
                  <a:lnTo>
                    <a:pt x="742569" y="952500"/>
                  </a:lnTo>
                  <a:cubicBezTo>
                    <a:pt x="741902" y="683895"/>
                    <a:pt x="743998" y="415290"/>
                    <a:pt x="741521" y="146780"/>
                  </a:cubicBezTo>
                  <a:cubicBezTo>
                    <a:pt x="726948" y="164973"/>
                    <a:pt x="717613" y="186404"/>
                    <a:pt x="707422" y="207074"/>
                  </a:cubicBezTo>
                  <a:cubicBezTo>
                    <a:pt x="619982" y="382810"/>
                    <a:pt x="520541" y="552260"/>
                    <a:pt x="427577" y="725138"/>
                  </a:cubicBezTo>
                  <a:cubicBezTo>
                    <a:pt x="349472" y="582644"/>
                    <a:pt x="270510" y="440722"/>
                    <a:pt x="193262" y="297752"/>
                  </a:cubicBezTo>
                  <a:cubicBezTo>
                    <a:pt x="165830" y="247650"/>
                    <a:pt x="145161" y="193739"/>
                    <a:pt x="113348" y="146209"/>
                  </a:cubicBezTo>
                  <a:cubicBezTo>
                    <a:pt x="110966" y="415004"/>
                    <a:pt x="112967" y="683705"/>
                    <a:pt x="112300" y="952500"/>
                  </a:cubicBezTo>
                  <a:lnTo>
                    <a:pt x="0" y="952500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266CF2-A3CF-C8D9-7BB9-06D2E42E9729}"/>
                </a:ext>
              </a:extLst>
            </p:cNvPr>
            <p:cNvSpPr/>
            <p:nvPr/>
          </p:nvSpPr>
          <p:spPr>
            <a:xfrm>
              <a:off x="9365138" y="8630030"/>
              <a:ext cx="723900" cy="952500"/>
            </a:xfrm>
            <a:custGeom>
              <a:avLst/>
              <a:gdLst>
                <a:gd name="connsiteX0" fmla="*/ 0 w 723900"/>
                <a:gd name="connsiteY0" fmla="*/ 0 h 952500"/>
                <a:gd name="connsiteX1" fmla="*/ 723900 w 723900"/>
                <a:gd name="connsiteY1" fmla="*/ 0 h 952500"/>
                <a:gd name="connsiteX2" fmla="*/ 723900 w 723900"/>
                <a:gd name="connsiteY2" fmla="*/ 184595 h 952500"/>
                <a:gd name="connsiteX3" fmla="*/ 465963 w 723900"/>
                <a:gd name="connsiteY3" fmla="*/ 184499 h 952500"/>
                <a:gd name="connsiteX4" fmla="*/ 465963 w 723900"/>
                <a:gd name="connsiteY4" fmla="*/ 952500 h 952500"/>
                <a:gd name="connsiteX5" fmla="*/ 257937 w 723900"/>
                <a:gd name="connsiteY5" fmla="*/ 952500 h 952500"/>
                <a:gd name="connsiteX6" fmla="*/ 257937 w 723900"/>
                <a:gd name="connsiteY6" fmla="*/ 184595 h 952500"/>
                <a:gd name="connsiteX7" fmla="*/ 0 w 723900"/>
                <a:gd name="connsiteY7" fmla="*/ 184595 h 952500"/>
                <a:gd name="connsiteX8" fmla="*/ 0 w 723900"/>
                <a:gd name="connsiteY8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900" h="952500">
                  <a:moveTo>
                    <a:pt x="0" y="0"/>
                  </a:moveTo>
                  <a:lnTo>
                    <a:pt x="723900" y="0"/>
                  </a:lnTo>
                  <a:lnTo>
                    <a:pt x="723900" y="184595"/>
                  </a:lnTo>
                  <a:cubicBezTo>
                    <a:pt x="637889" y="184595"/>
                    <a:pt x="551879" y="184595"/>
                    <a:pt x="465963" y="184499"/>
                  </a:cubicBezTo>
                  <a:cubicBezTo>
                    <a:pt x="465868" y="440531"/>
                    <a:pt x="465963" y="696468"/>
                    <a:pt x="465963" y="952500"/>
                  </a:cubicBezTo>
                  <a:lnTo>
                    <a:pt x="257937" y="952500"/>
                  </a:lnTo>
                  <a:lnTo>
                    <a:pt x="257937" y="184595"/>
                  </a:lnTo>
                  <a:cubicBezTo>
                    <a:pt x="172021" y="184499"/>
                    <a:pt x="86011" y="184595"/>
                    <a:pt x="0" y="1845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944B8FF-4796-89E0-ECF1-D2DAE08721F7}"/>
                </a:ext>
              </a:extLst>
            </p:cNvPr>
            <p:cNvSpPr/>
            <p:nvPr/>
          </p:nvSpPr>
          <p:spPr>
            <a:xfrm>
              <a:off x="12344082" y="8630030"/>
              <a:ext cx="875252" cy="952622"/>
            </a:xfrm>
            <a:custGeom>
              <a:avLst/>
              <a:gdLst>
                <a:gd name="connsiteX0" fmla="*/ 14954 w 875252"/>
                <a:gd name="connsiteY0" fmla="*/ 0 h 952622"/>
                <a:gd name="connsiteX1" fmla="*/ 257080 w 875252"/>
                <a:gd name="connsiteY1" fmla="*/ 0 h 952622"/>
                <a:gd name="connsiteX2" fmla="*/ 444627 w 875252"/>
                <a:gd name="connsiteY2" fmla="*/ 324612 h 952622"/>
                <a:gd name="connsiteX3" fmla="*/ 634555 w 875252"/>
                <a:gd name="connsiteY3" fmla="*/ 95 h 952622"/>
                <a:gd name="connsiteX4" fmla="*/ 858869 w 875252"/>
                <a:gd name="connsiteY4" fmla="*/ 95 h 952622"/>
                <a:gd name="connsiteX5" fmla="*/ 565499 w 875252"/>
                <a:gd name="connsiteY5" fmla="*/ 464058 h 952622"/>
                <a:gd name="connsiteX6" fmla="*/ 875252 w 875252"/>
                <a:gd name="connsiteY6" fmla="*/ 952595 h 952622"/>
                <a:gd name="connsiteX7" fmla="*/ 634555 w 875252"/>
                <a:gd name="connsiteY7" fmla="*/ 952595 h 952622"/>
                <a:gd name="connsiteX8" fmla="*/ 426625 w 875252"/>
                <a:gd name="connsiteY8" fmla="*/ 599504 h 952622"/>
                <a:gd name="connsiteX9" fmla="*/ 224314 w 875252"/>
                <a:gd name="connsiteY9" fmla="*/ 952595 h 952622"/>
                <a:gd name="connsiteX10" fmla="*/ 0 w 875252"/>
                <a:gd name="connsiteY10" fmla="*/ 952595 h 952622"/>
                <a:gd name="connsiteX11" fmla="*/ 305562 w 875252"/>
                <a:gd name="connsiteY11" fmla="*/ 459867 h 952622"/>
                <a:gd name="connsiteX12" fmla="*/ 14954 w 875252"/>
                <a:gd name="connsiteY12" fmla="*/ 95 h 952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252" h="952622">
                  <a:moveTo>
                    <a:pt x="14954" y="0"/>
                  </a:moveTo>
                  <a:cubicBezTo>
                    <a:pt x="95631" y="0"/>
                    <a:pt x="176308" y="0"/>
                    <a:pt x="257080" y="0"/>
                  </a:cubicBezTo>
                  <a:cubicBezTo>
                    <a:pt x="319754" y="108109"/>
                    <a:pt x="381381" y="216789"/>
                    <a:pt x="444627" y="324612"/>
                  </a:cubicBezTo>
                  <a:cubicBezTo>
                    <a:pt x="508064" y="216503"/>
                    <a:pt x="571119" y="108204"/>
                    <a:pt x="634555" y="95"/>
                  </a:cubicBezTo>
                  <a:lnTo>
                    <a:pt x="858869" y="95"/>
                  </a:lnTo>
                  <a:cubicBezTo>
                    <a:pt x="761143" y="154781"/>
                    <a:pt x="663321" y="309372"/>
                    <a:pt x="565499" y="464058"/>
                  </a:cubicBezTo>
                  <a:cubicBezTo>
                    <a:pt x="668750" y="626840"/>
                    <a:pt x="772001" y="789718"/>
                    <a:pt x="875252" y="952595"/>
                  </a:cubicBezTo>
                  <a:cubicBezTo>
                    <a:pt x="795052" y="952691"/>
                    <a:pt x="714756" y="952500"/>
                    <a:pt x="634555" y="952595"/>
                  </a:cubicBezTo>
                  <a:cubicBezTo>
                    <a:pt x="565118" y="834962"/>
                    <a:pt x="496538" y="716852"/>
                    <a:pt x="426625" y="599504"/>
                  </a:cubicBezTo>
                  <a:cubicBezTo>
                    <a:pt x="358807" y="716947"/>
                    <a:pt x="291846" y="834962"/>
                    <a:pt x="224314" y="952595"/>
                  </a:cubicBezTo>
                  <a:lnTo>
                    <a:pt x="0" y="952595"/>
                  </a:lnTo>
                  <a:cubicBezTo>
                    <a:pt x="101822" y="788289"/>
                    <a:pt x="203740" y="624173"/>
                    <a:pt x="305562" y="459867"/>
                  </a:cubicBezTo>
                  <a:cubicBezTo>
                    <a:pt x="208693" y="306705"/>
                    <a:pt x="111823" y="153353"/>
                    <a:pt x="14954" y="9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2DF0011-F527-8047-800F-7E155446FCD6}"/>
                </a:ext>
              </a:extLst>
            </p:cNvPr>
            <p:cNvSpPr/>
            <p:nvPr/>
          </p:nvSpPr>
          <p:spPr>
            <a:xfrm>
              <a:off x="16351421" y="8727139"/>
              <a:ext cx="728351" cy="1144977"/>
            </a:xfrm>
            <a:custGeom>
              <a:avLst/>
              <a:gdLst>
                <a:gd name="connsiteX0" fmla="*/ 509416 w 728351"/>
                <a:gd name="connsiteY0" fmla="*/ 14429 h 1144977"/>
                <a:gd name="connsiteX1" fmla="*/ 685629 w 728351"/>
                <a:gd name="connsiteY1" fmla="*/ 904 h 1144977"/>
                <a:gd name="connsiteX2" fmla="*/ 685724 w 728351"/>
                <a:gd name="connsiteY2" fmla="*/ 151304 h 1144977"/>
                <a:gd name="connsiteX3" fmla="*/ 522275 w 728351"/>
                <a:gd name="connsiteY3" fmla="*/ 152542 h 1144977"/>
                <a:gd name="connsiteX4" fmla="*/ 628097 w 728351"/>
                <a:gd name="connsiteY4" fmla="*/ 257031 h 1144977"/>
                <a:gd name="connsiteX5" fmla="*/ 595141 w 728351"/>
                <a:gd name="connsiteY5" fmla="*/ 517730 h 1144977"/>
                <a:gd name="connsiteX6" fmla="*/ 424834 w 728351"/>
                <a:gd name="connsiteY6" fmla="*/ 596312 h 1144977"/>
                <a:gd name="connsiteX7" fmla="*/ 215093 w 728351"/>
                <a:gd name="connsiteY7" fmla="*/ 586406 h 1144977"/>
                <a:gd name="connsiteX8" fmla="*/ 207664 w 728351"/>
                <a:gd name="connsiteY8" fmla="*/ 685561 h 1144977"/>
                <a:gd name="connsiteX9" fmla="*/ 352254 w 728351"/>
                <a:gd name="connsiteY9" fmla="*/ 698229 h 1144977"/>
                <a:gd name="connsiteX10" fmla="*/ 619430 w 728351"/>
                <a:gd name="connsiteY10" fmla="*/ 722327 h 1144977"/>
                <a:gd name="connsiteX11" fmla="*/ 722490 w 728351"/>
                <a:gd name="connsiteY11" fmla="*/ 848248 h 1144977"/>
                <a:gd name="connsiteX12" fmla="*/ 671818 w 728351"/>
                <a:gd name="connsiteY12" fmla="*/ 1060560 h 1144977"/>
                <a:gd name="connsiteX13" fmla="*/ 458933 w 728351"/>
                <a:gd name="connsiteY13" fmla="*/ 1139237 h 1144977"/>
                <a:gd name="connsiteX14" fmla="*/ 192615 w 728351"/>
                <a:gd name="connsiteY14" fmla="*/ 1135141 h 1144977"/>
                <a:gd name="connsiteX15" fmla="*/ 44406 w 728351"/>
                <a:gd name="connsiteY15" fmla="*/ 1078372 h 1144977"/>
                <a:gd name="connsiteX16" fmla="*/ 53168 w 728351"/>
                <a:gd name="connsiteY16" fmla="*/ 870060 h 1144977"/>
                <a:gd name="connsiteX17" fmla="*/ 132893 w 728351"/>
                <a:gd name="connsiteY17" fmla="*/ 840533 h 1144977"/>
                <a:gd name="connsiteX18" fmla="*/ 133845 w 728351"/>
                <a:gd name="connsiteY18" fmla="*/ 828817 h 1144977"/>
                <a:gd name="connsiteX19" fmla="*/ 74886 w 728351"/>
                <a:gd name="connsiteY19" fmla="*/ 800909 h 1144977"/>
                <a:gd name="connsiteX20" fmla="*/ 62407 w 728351"/>
                <a:gd name="connsiteY20" fmla="*/ 623458 h 1144977"/>
                <a:gd name="connsiteX21" fmla="*/ 167373 w 728351"/>
                <a:gd name="connsiteY21" fmla="*/ 571451 h 1144977"/>
                <a:gd name="connsiteX22" fmla="*/ 48883 w 728351"/>
                <a:gd name="connsiteY22" fmla="*/ 446293 h 1144977"/>
                <a:gd name="connsiteX23" fmla="*/ 89078 w 728351"/>
                <a:gd name="connsiteY23" fmla="*/ 211311 h 1144977"/>
                <a:gd name="connsiteX24" fmla="*/ 259099 w 728351"/>
                <a:gd name="connsiteY24" fmla="*/ 128444 h 1144977"/>
                <a:gd name="connsiteX25" fmla="*/ 463982 w 728351"/>
                <a:gd name="connsiteY25" fmla="*/ 135397 h 1144977"/>
                <a:gd name="connsiteX26" fmla="*/ 509416 w 728351"/>
                <a:gd name="connsiteY26" fmla="*/ 14429 h 1144977"/>
                <a:gd name="connsiteX27" fmla="*/ 299866 w 728351"/>
                <a:gd name="connsiteY27" fmla="*/ 260841 h 1144977"/>
                <a:gd name="connsiteX28" fmla="*/ 226714 w 728351"/>
                <a:gd name="connsiteY28" fmla="*/ 331612 h 1144977"/>
                <a:gd name="connsiteX29" fmla="*/ 251860 w 728351"/>
                <a:gd name="connsiteY29" fmla="*/ 441245 h 1144977"/>
                <a:gd name="connsiteX30" fmla="*/ 381210 w 728351"/>
                <a:gd name="connsiteY30" fmla="*/ 465724 h 1144977"/>
                <a:gd name="connsiteX31" fmla="*/ 458838 w 728351"/>
                <a:gd name="connsiteY31" fmla="*/ 397906 h 1144977"/>
                <a:gd name="connsiteX32" fmla="*/ 431216 w 728351"/>
                <a:gd name="connsiteY32" fmla="*/ 281320 h 1144977"/>
                <a:gd name="connsiteX33" fmla="*/ 299866 w 728351"/>
                <a:gd name="connsiteY33" fmla="*/ 260841 h 1144977"/>
                <a:gd name="connsiteX34" fmla="*/ 182613 w 728351"/>
                <a:gd name="connsiteY34" fmla="*/ 987218 h 1144977"/>
                <a:gd name="connsiteX35" fmla="*/ 343872 w 728351"/>
                <a:gd name="connsiteY35" fmla="*/ 1010554 h 1144977"/>
                <a:gd name="connsiteX36" fmla="*/ 507321 w 728351"/>
                <a:gd name="connsiteY36" fmla="*/ 990170 h 1144977"/>
                <a:gd name="connsiteX37" fmla="*/ 517321 w 728351"/>
                <a:gd name="connsiteY37" fmla="*/ 890158 h 1144977"/>
                <a:gd name="connsiteX38" fmla="*/ 428644 w 728351"/>
                <a:gd name="connsiteY38" fmla="*/ 870536 h 1144977"/>
                <a:gd name="connsiteX39" fmla="*/ 180994 w 728351"/>
                <a:gd name="connsiteY39" fmla="*/ 870155 h 1144977"/>
                <a:gd name="connsiteX40" fmla="*/ 182613 w 728351"/>
                <a:gd name="connsiteY40" fmla="*/ 987218 h 114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28351" h="1144977">
                  <a:moveTo>
                    <a:pt x="509416" y="14429"/>
                  </a:moveTo>
                  <a:cubicBezTo>
                    <a:pt x="564471" y="-10431"/>
                    <a:pt x="627240" y="5381"/>
                    <a:pt x="685629" y="904"/>
                  </a:cubicBezTo>
                  <a:cubicBezTo>
                    <a:pt x="685629" y="51005"/>
                    <a:pt x="685629" y="101202"/>
                    <a:pt x="685724" y="151304"/>
                  </a:cubicBezTo>
                  <a:cubicBezTo>
                    <a:pt x="631146" y="151875"/>
                    <a:pt x="576663" y="150065"/>
                    <a:pt x="522275" y="152542"/>
                  </a:cubicBezTo>
                  <a:cubicBezTo>
                    <a:pt x="564185" y="179498"/>
                    <a:pt x="607809" y="209311"/>
                    <a:pt x="628097" y="257031"/>
                  </a:cubicBezTo>
                  <a:cubicBezTo>
                    <a:pt x="665245" y="340280"/>
                    <a:pt x="658673" y="448769"/>
                    <a:pt x="595141" y="517730"/>
                  </a:cubicBezTo>
                  <a:cubicBezTo>
                    <a:pt x="551136" y="564879"/>
                    <a:pt x="487223" y="587168"/>
                    <a:pt x="424834" y="596312"/>
                  </a:cubicBezTo>
                  <a:cubicBezTo>
                    <a:pt x="355112" y="605551"/>
                    <a:pt x="283388" y="603932"/>
                    <a:pt x="215093" y="586406"/>
                  </a:cubicBezTo>
                  <a:cubicBezTo>
                    <a:pt x="183757" y="608123"/>
                    <a:pt x="170231" y="663177"/>
                    <a:pt x="207664" y="685561"/>
                  </a:cubicBezTo>
                  <a:cubicBezTo>
                    <a:pt x="252527" y="707087"/>
                    <a:pt x="304247" y="695181"/>
                    <a:pt x="352254" y="698229"/>
                  </a:cubicBezTo>
                  <a:cubicBezTo>
                    <a:pt x="441312" y="701277"/>
                    <a:pt x="534848" y="687085"/>
                    <a:pt x="619430" y="722327"/>
                  </a:cubicBezTo>
                  <a:cubicBezTo>
                    <a:pt x="672484" y="743282"/>
                    <a:pt x="712108" y="792241"/>
                    <a:pt x="722490" y="848248"/>
                  </a:cubicBezTo>
                  <a:cubicBezTo>
                    <a:pt x="736301" y="921019"/>
                    <a:pt x="728110" y="1006744"/>
                    <a:pt x="671818" y="1060560"/>
                  </a:cubicBezTo>
                  <a:cubicBezTo>
                    <a:pt x="614857" y="1114281"/>
                    <a:pt x="534086" y="1130283"/>
                    <a:pt x="458933" y="1139237"/>
                  </a:cubicBezTo>
                  <a:cubicBezTo>
                    <a:pt x="370447" y="1147428"/>
                    <a:pt x="280721" y="1147524"/>
                    <a:pt x="192615" y="1135141"/>
                  </a:cubicBezTo>
                  <a:cubicBezTo>
                    <a:pt x="140322" y="1126473"/>
                    <a:pt x="85744" y="1113233"/>
                    <a:pt x="44406" y="1078372"/>
                  </a:cubicBezTo>
                  <a:cubicBezTo>
                    <a:pt x="-17698" y="1026937"/>
                    <a:pt x="-14554" y="915209"/>
                    <a:pt x="53168" y="870060"/>
                  </a:cubicBezTo>
                  <a:cubicBezTo>
                    <a:pt x="76505" y="852820"/>
                    <a:pt x="105461" y="847867"/>
                    <a:pt x="132893" y="840533"/>
                  </a:cubicBezTo>
                  <a:cubicBezTo>
                    <a:pt x="133179" y="837580"/>
                    <a:pt x="133560" y="831674"/>
                    <a:pt x="133845" y="828817"/>
                  </a:cubicBezTo>
                  <a:cubicBezTo>
                    <a:pt x="113747" y="820149"/>
                    <a:pt x="91459" y="815577"/>
                    <a:pt x="74886" y="800909"/>
                  </a:cubicBezTo>
                  <a:cubicBezTo>
                    <a:pt x="22880" y="759475"/>
                    <a:pt x="13259" y="670702"/>
                    <a:pt x="62407" y="623458"/>
                  </a:cubicBezTo>
                  <a:cubicBezTo>
                    <a:pt x="90411" y="594597"/>
                    <a:pt x="130036" y="582786"/>
                    <a:pt x="167373" y="571451"/>
                  </a:cubicBezTo>
                  <a:cubicBezTo>
                    <a:pt x="114129" y="546401"/>
                    <a:pt x="66980" y="503538"/>
                    <a:pt x="48883" y="446293"/>
                  </a:cubicBezTo>
                  <a:cubicBezTo>
                    <a:pt x="23546" y="368283"/>
                    <a:pt x="33357" y="274271"/>
                    <a:pt x="89078" y="211311"/>
                  </a:cubicBezTo>
                  <a:cubicBezTo>
                    <a:pt x="132036" y="162448"/>
                    <a:pt x="196043" y="138159"/>
                    <a:pt x="259099" y="128444"/>
                  </a:cubicBezTo>
                  <a:cubicBezTo>
                    <a:pt x="327012" y="118728"/>
                    <a:pt x="396925" y="119871"/>
                    <a:pt x="463982" y="135397"/>
                  </a:cubicBezTo>
                  <a:cubicBezTo>
                    <a:pt x="462457" y="91963"/>
                    <a:pt x="465697" y="37289"/>
                    <a:pt x="509416" y="14429"/>
                  </a:cubicBezTo>
                  <a:moveTo>
                    <a:pt x="299866" y="260841"/>
                  </a:moveTo>
                  <a:cubicBezTo>
                    <a:pt x="264243" y="267223"/>
                    <a:pt x="231476" y="294464"/>
                    <a:pt x="226714" y="331612"/>
                  </a:cubicBezTo>
                  <a:cubicBezTo>
                    <a:pt x="221476" y="368855"/>
                    <a:pt x="221571" y="413908"/>
                    <a:pt x="251860" y="441245"/>
                  </a:cubicBezTo>
                  <a:cubicBezTo>
                    <a:pt x="286817" y="471534"/>
                    <a:pt x="337585" y="472201"/>
                    <a:pt x="381210" y="465724"/>
                  </a:cubicBezTo>
                  <a:cubicBezTo>
                    <a:pt x="417214" y="460676"/>
                    <a:pt x="452171" y="435339"/>
                    <a:pt x="458838" y="397906"/>
                  </a:cubicBezTo>
                  <a:cubicBezTo>
                    <a:pt x="465315" y="358282"/>
                    <a:pt x="465315" y="308942"/>
                    <a:pt x="431216" y="281320"/>
                  </a:cubicBezTo>
                  <a:cubicBezTo>
                    <a:pt x="394164" y="253221"/>
                    <a:pt x="343586" y="252935"/>
                    <a:pt x="299866" y="260841"/>
                  </a:cubicBezTo>
                  <a:moveTo>
                    <a:pt x="182613" y="987218"/>
                  </a:moveTo>
                  <a:cubicBezTo>
                    <a:pt x="230810" y="1015888"/>
                    <a:pt x="289960" y="1009411"/>
                    <a:pt x="343872" y="1010554"/>
                  </a:cubicBezTo>
                  <a:cubicBezTo>
                    <a:pt x="398354" y="1009411"/>
                    <a:pt x="457124" y="1016078"/>
                    <a:pt x="507321" y="990170"/>
                  </a:cubicBezTo>
                  <a:cubicBezTo>
                    <a:pt x="543135" y="972073"/>
                    <a:pt x="550183" y="914256"/>
                    <a:pt x="517321" y="890158"/>
                  </a:cubicBezTo>
                  <a:cubicBezTo>
                    <a:pt x="491509" y="872346"/>
                    <a:pt x="458744" y="871394"/>
                    <a:pt x="428644" y="870536"/>
                  </a:cubicBezTo>
                  <a:cubicBezTo>
                    <a:pt x="346062" y="870155"/>
                    <a:pt x="263481" y="871013"/>
                    <a:pt x="180994" y="870155"/>
                  </a:cubicBezTo>
                  <a:cubicBezTo>
                    <a:pt x="153467" y="902064"/>
                    <a:pt x="142608" y="960548"/>
                    <a:pt x="182613" y="9872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871B77-82D8-9E96-7FDF-19E07894D012}"/>
                </a:ext>
              </a:extLst>
            </p:cNvPr>
            <p:cNvSpPr/>
            <p:nvPr/>
          </p:nvSpPr>
          <p:spPr>
            <a:xfrm>
              <a:off x="10085832" y="8849421"/>
              <a:ext cx="669369" cy="749856"/>
            </a:xfrm>
            <a:custGeom>
              <a:avLst/>
              <a:gdLst>
                <a:gd name="connsiteX0" fmla="*/ 260667 w 669369"/>
                <a:gd name="connsiteY0" fmla="*/ 6542 h 749856"/>
                <a:gd name="connsiteX1" fmla="*/ 515461 w 669369"/>
                <a:gd name="connsiteY1" fmla="*/ 44071 h 749856"/>
                <a:gd name="connsiteX2" fmla="*/ 650335 w 669369"/>
                <a:gd name="connsiteY2" fmla="*/ 226855 h 749856"/>
                <a:gd name="connsiteX3" fmla="*/ 669099 w 669369"/>
                <a:gd name="connsiteY3" fmla="*/ 426404 h 749856"/>
                <a:gd name="connsiteX4" fmla="*/ 208470 w 669369"/>
                <a:gd name="connsiteY4" fmla="*/ 426404 h 749856"/>
                <a:gd name="connsiteX5" fmla="*/ 248666 w 669369"/>
                <a:gd name="connsiteY5" fmla="*/ 550039 h 749856"/>
                <a:gd name="connsiteX6" fmla="*/ 408590 w 669369"/>
                <a:gd name="connsiteY6" fmla="*/ 587472 h 749856"/>
                <a:gd name="connsiteX7" fmla="*/ 543464 w 669369"/>
                <a:gd name="connsiteY7" fmla="*/ 505081 h 749856"/>
                <a:gd name="connsiteX8" fmla="*/ 645001 w 669369"/>
                <a:gd name="connsiteY8" fmla="*/ 630239 h 749856"/>
                <a:gd name="connsiteX9" fmla="*/ 370110 w 669369"/>
                <a:gd name="connsiteY9" fmla="*/ 749111 h 749856"/>
                <a:gd name="connsiteX10" fmla="*/ 115697 w 669369"/>
                <a:gd name="connsiteY10" fmla="*/ 673673 h 749856"/>
                <a:gd name="connsiteX11" fmla="*/ 2444 w 669369"/>
                <a:gd name="connsiteY11" fmla="*/ 428785 h 749856"/>
                <a:gd name="connsiteX12" fmla="*/ 63881 w 669369"/>
                <a:gd name="connsiteY12" fmla="*/ 132082 h 749856"/>
                <a:gd name="connsiteX13" fmla="*/ 260667 w 669369"/>
                <a:gd name="connsiteY13" fmla="*/ 6542 h 749856"/>
                <a:gd name="connsiteX14" fmla="*/ 236283 w 669369"/>
                <a:gd name="connsiteY14" fmla="*/ 199900 h 749856"/>
                <a:gd name="connsiteX15" fmla="*/ 208375 w 669369"/>
                <a:gd name="connsiteY15" fmla="*/ 307246 h 749856"/>
                <a:gd name="connsiteX16" fmla="*/ 460216 w 669369"/>
                <a:gd name="connsiteY16" fmla="*/ 307246 h 749856"/>
                <a:gd name="connsiteX17" fmla="*/ 429450 w 669369"/>
                <a:gd name="connsiteY17" fmla="*/ 188851 h 749856"/>
                <a:gd name="connsiteX18" fmla="*/ 236283 w 669369"/>
                <a:gd name="connsiteY18" fmla="*/ 199900 h 749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369" h="749856">
                  <a:moveTo>
                    <a:pt x="260667" y="6542"/>
                  </a:moveTo>
                  <a:cubicBezTo>
                    <a:pt x="346297" y="-7650"/>
                    <a:pt x="439261" y="-316"/>
                    <a:pt x="515461" y="44071"/>
                  </a:cubicBezTo>
                  <a:cubicBezTo>
                    <a:pt x="583279" y="83123"/>
                    <a:pt x="629285" y="152465"/>
                    <a:pt x="650335" y="226855"/>
                  </a:cubicBezTo>
                  <a:cubicBezTo>
                    <a:pt x="669956" y="291435"/>
                    <a:pt x="669956" y="359539"/>
                    <a:pt x="669099" y="426404"/>
                  </a:cubicBezTo>
                  <a:cubicBezTo>
                    <a:pt x="515556" y="426404"/>
                    <a:pt x="362013" y="426404"/>
                    <a:pt x="208470" y="426404"/>
                  </a:cubicBezTo>
                  <a:cubicBezTo>
                    <a:pt x="208565" y="470124"/>
                    <a:pt x="215900" y="518035"/>
                    <a:pt x="248666" y="550039"/>
                  </a:cubicBezTo>
                  <a:cubicBezTo>
                    <a:pt x="290004" y="590806"/>
                    <a:pt x="353822" y="596140"/>
                    <a:pt x="408590" y="587472"/>
                  </a:cubicBezTo>
                  <a:cubicBezTo>
                    <a:pt x="462693" y="579090"/>
                    <a:pt x="506603" y="543181"/>
                    <a:pt x="543464" y="505081"/>
                  </a:cubicBezTo>
                  <a:cubicBezTo>
                    <a:pt x="577373" y="546705"/>
                    <a:pt x="610235" y="589282"/>
                    <a:pt x="645001" y="630239"/>
                  </a:cubicBezTo>
                  <a:cubicBezTo>
                    <a:pt x="576993" y="708916"/>
                    <a:pt x="471741" y="744920"/>
                    <a:pt x="370110" y="749111"/>
                  </a:cubicBezTo>
                  <a:cubicBezTo>
                    <a:pt x="280384" y="754159"/>
                    <a:pt x="184848" y="734062"/>
                    <a:pt x="115697" y="673673"/>
                  </a:cubicBezTo>
                  <a:cubicBezTo>
                    <a:pt x="44640" y="613094"/>
                    <a:pt x="10255" y="519844"/>
                    <a:pt x="2444" y="428785"/>
                  </a:cubicBezTo>
                  <a:cubicBezTo>
                    <a:pt x="-6128" y="327249"/>
                    <a:pt x="6350" y="218664"/>
                    <a:pt x="63881" y="132082"/>
                  </a:cubicBezTo>
                  <a:cubicBezTo>
                    <a:pt x="107886" y="64645"/>
                    <a:pt x="181800" y="19972"/>
                    <a:pt x="260667" y="6542"/>
                  </a:cubicBezTo>
                  <a:moveTo>
                    <a:pt x="236283" y="199900"/>
                  </a:moveTo>
                  <a:cubicBezTo>
                    <a:pt x="213804" y="230856"/>
                    <a:pt x="209042" y="270004"/>
                    <a:pt x="208375" y="307246"/>
                  </a:cubicBezTo>
                  <a:lnTo>
                    <a:pt x="460216" y="307246"/>
                  </a:lnTo>
                  <a:cubicBezTo>
                    <a:pt x="459835" y="266289"/>
                    <a:pt x="455930" y="222093"/>
                    <a:pt x="429450" y="188851"/>
                  </a:cubicBezTo>
                  <a:cubicBezTo>
                    <a:pt x="382111" y="129700"/>
                    <a:pt x="278003" y="138273"/>
                    <a:pt x="236283" y="1999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8EB9A85-89C6-1EC3-5478-A8F89D67749A}"/>
                </a:ext>
              </a:extLst>
            </p:cNvPr>
            <p:cNvSpPr/>
            <p:nvPr/>
          </p:nvSpPr>
          <p:spPr>
            <a:xfrm>
              <a:off x="10852675" y="8849297"/>
              <a:ext cx="625965" cy="749878"/>
            </a:xfrm>
            <a:custGeom>
              <a:avLst/>
              <a:gdLst>
                <a:gd name="connsiteX0" fmla="*/ 115044 w 625965"/>
                <a:gd name="connsiteY0" fmla="*/ 72770 h 749878"/>
                <a:gd name="connsiteX1" fmla="*/ 437561 w 625965"/>
                <a:gd name="connsiteY1" fmla="*/ 13810 h 749878"/>
                <a:gd name="connsiteX2" fmla="*/ 621870 w 625965"/>
                <a:gd name="connsiteY2" fmla="*/ 187165 h 749878"/>
                <a:gd name="connsiteX3" fmla="*/ 458230 w 625965"/>
                <a:gd name="connsiteY3" fmla="*/ 258221 h 749878"/>
                <a:gd name="connsiteX4" fmla="*/ 411843 w 625965"/>
                <a:gd name="connsiteY4" fmla="*/ 184117 h 749878"/>
                <a:gd name="connsiteX5" fmla="*/ 233916 w 625965"/>
                <a:gd name="connsiteY5" fmla="*/ 212120 h 749878"/>
                <a:gd name="connsiteX6" fmla="*/ 210771 w 625965"/>
                <a:gd name="connsiteY6" fmla="*/ 371093 h 749878"/>
                <a:gd name="connsiteX7" fmla="*/ 230868 w 625965"/>
                <a:gd name="connsiteY7" fmla="*/ 533684 h 749878"/>
                <a:gd name="connsiteX8" fmla="*/ 439371 w 625965"/>
                <a:gd name="connsiteY8" fmla="*/ 540352 h 749878"/>
                <a:gd name="connsiteX9" fmla="*/ 468708 w 625965"/>
                <a:gd name="connsiteY9" fmla="*/ 483392 h 749878"/>
                <a:gd name="connsiteX10" fmla="*/ 625965 w 625965"/>
                <a:gd name="connsiteY10" fmla="*/ 551782 h 749878"/>
                <a:gd name="connsiteX11" fmla="*/ 521095 w 625965"/>
                <a:gd name="connsiteY11" fmla="*/ 697800 h 749878"/>
                <a:gd name="connsiteX12" fmla="*/ 271921 w 625965"/>
                <a:gd name="connsiteY12" fmla="*/ 745425 h 749878"/>
                <a:gd name="connsiteX13" fmla="*/ 70086 w 625965"/>
                <a:gd name="connsiteY13" fmla="*/ 627696 h 749878"/>
                <a:gd name="connsiteX14" fmla="*/ 1316 w 625965"/>
                <a:gd name="connsiteY14" fmla="*/ 333183 h 749878"/>
                <a:gd name="connsiteX15" fmla="*/ 115044 w 625965"/>
                <a:gd name="connsiteY15" fmla="*/ 72770 h 749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65" h="749878">
                  <a:moveTo>
                    <a:pt x="115044" y="72770"/>
                  </a:moveTo>
                  <a:cubicBezTo>
                    <a:pt x="202770" y="-1430"/>
                    <a:pt x="329357" y="-14479"/>
                    <a:pt x="437561" y="13810"/>
                  </a:cubicBezTo>
                  <a:cubicBezTo>
                    <a:pt x="523476" y="36003"/>
                    <a:pt x="592628" y="104202"/>
                    <a:pt x="621870" y="187165"/>
                  </a:cubicBezTo>
                  <a:cubicBezTo>
                    <a:pt x="567387" y="211073"/>
                    <a:pt x="512713" y="234504"/>
                    <a:pt x="458230" y="258221"/>
                  </a:cubicBezTo>
                  <a:cubicBezTo>
                    <a:pt x="449086" y="230313"/>
                    <a:pt x="436418" y="201738"/>
                    <a:pt x="411843" y="184117"/>
                  </a:cubicBezTo>
                  <a:cubicBezTo>
                    <a:pt x="358503" y="144969"/>
                    <a:pt x="269445" y="152494"/>
                    <a:pt x="233916" y="212120"/>
                  </a:cubicBezTo>
                  <a:cubicBezTo>
                    <a:pt x="204294" y="259650"/>
                    <a:pt x="211342" y="317753"/>
                    <a:pt x="210771" y="371093"/>
                  </a:cubicBezTo>
                  <a:cubicBezTo>
                    <a:pt x="212104" y="425385"/>
                    <a:pt x="203055" y="484059"/>
                    <a:pt x="230868" y="533684"/>
                  </a:cubicBezTo>
                  <a:cubicBezTo>
                    <a:pt x="271350" y="608265"/>
                    <a:pt x="392317" y="607884"/>
                    <a:pt x="439371" y="540352"/>
                  </a:cubicBezTo>
                  <a:cubicBezTo>
                    <a:pt x="452134" y="523112"/>
                    <a:pt x="460135" y="502919"/>
                    <a:pt x="468708" y="483392"/>
                  </a:cubicBezTo>
                  <a:cubicBezTo>
                    <a:pt x="521095" y="506252"/>
                    <a:pt x="573578" y="528922"/>
                    <a:pt x="625965" y="551782"/>
                  </a:cubicBezTo>
                  <a:cubicBezTo>
                    <a:pt x="605106" y="608741"/>
                    <a:pt x="571673" y="662939"/>
                    <a:pt x="521095" y="697800"/>
                  </a:cubicBezTo>
                  <a:cubicBezTo>
                    <a:pt x="449372" y="748092"/>
                    <a:pt x="356598" y="756855"/>
                    <a:pt x="271921" y="745425"/>
                  </a:cubicBezTo>
                  <a:cubicBezTo>
                    <a:pt x="192673" y="734757"/>
                    <a:pt x="116473" y="693800"/>
                    <a:pt x="70086" y="627696"/>
                  </a:cubicBezTo>
                  <a:cubicBezTo>
                    <a:pt x="9603" y="543114"/>
                    <a:pt x="-4876" y="434624"/>
                    <a:pt x="1316" y="333183"/>
                  </a:cubicBezTo>
                  <a:cubicBezTo>
                    <a:pt x="7031" y="237171"/>
                    <a:pt x="39702" y="136778"/>
                    <a:pt x="115044" y="727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D9AA833-AD83-E679-5D6E-186A8D02B00C}"/>
                </a:ext>
              </a:extLst>
            </p:cNvPr>
            <p:cNvSpPr/>
            <p:nvPr/>
          </p:nvSpPr>
          <p:spPr>
            <a:xfrm>
              <a:off x="13262546" y="8849276"/>
              <a:ext cx="625919" cy="749850"/>
            </a:xfrm>
            <a:custGeom>
              <a:avLst/>
              <a:gdLst>
                <a:gd name="connsiteX0" fmla="*/ 114142 w 625919"/>
                <a:gd name="connsiteY0" fmla="*/ 73457 h 749850"/>
                <a:gd name="connsiteX1" fmla="*/ 437897 w 625919"/>
                <a:gd name="connsiteY1" fmla="*/ 13831 h 749850"/>
                <a:gd name="connsiteX2" fmla="*/ 621920 w 625919"/>
                <a:gd name="connsiteY2" fmla="*/ 187281 h 749850"/>
                <a:gd name="connsiteX3" fmla="*/ 458280 w 625919"/>
                <a:gd name="connsiteY3" fmla="*/ 258242 h 749850"/>
                <a:gd name="connsiteX4" fmla="*/ 399225 w 625919"/>
                <a:gd name="connsiteY4" fmla="*/ 175946 h 749850"/>
                <a:gd name="connsiteX5" fmla="*/ 237776 w 625919"/>
                <a:gd name="connsiteY5" fmla="*/ 206426 h 749850"/>
                <a:gd name="connsiteX6" fmla="*/ 210725 w 625919"/>
                <a:gd name="connsiteY6" fmla="*/ 371209 h 749850"/>
                <a:gd name="connsiteX7" fmla="*/ 231013 w 625919"/>
                <a:gd name="connsiteY7" fmla="*/ 534086 h 749850"/>
                <a:gd name="connsiteX8" fmla="*/ 437992 w 625919"/>
                <a:gd name="connsiteY8" fmla="*/ 542278 h 749850"/>
                <a:gd name="connsiteX9" fmla="*/ 468662 w 625919"/>
                <a:gd name="connsiteY9" fmla="*/ 483413 h 749850"/>
                <a:gd name="connsiteX10" fmla="*/ 625920 w 625919"/>
                <a:gd name="connsiteY10" fmla="*/ 551898 h 749850"/>
                <a:gd name="connsiteX11" fmla="*/ 514573 w 625919"/>
                <a:gd name="connsiteY11" fmla="*/ 702203 h 749850"/>
                <a:gd name="connsiteX12" fmla="*/ 265494 w 625919"/>
                <a:gd name="connsiteY12" fmla="*/ 744398 h 749850"/>
                <a:gd name="connsiteX13" fmla="*/ 66422 w 625919"/>
                <a:gd name="connsiteY13" fmla="*/ 622478 h 749850"/>
                <a:gd name="connsiteX14" fmla="*/ 1937 w 625919"/>
                <a:gd name="connsiteY14" fmla="*/ 324441 h 749850"/>
                <a:gd name="connsiteX15" fmla="*/ 114142 w 625919"/>
                <a:gd name="connsiteY15" fmla="*/ 73457 h 74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19" h="749850">
                  <a:moveTo>
                    <a:pt x="114142" y="73457"/>
                  </a:moveTo>
                  <a:cubicBezTo>
                    <a:pt x="201962" y="-1409"/>
                    <a:pt x="329121" y="-14554"/>
                    <a:pt x="437897" y="13831"/>
                  </a:cubicBezTo>
                  <a:cubicBezTo>
                    <a:pt x="523717" y="36215"/>
                    <a:pt x="592582" y="104318"/>
                    <a:pt x="621920" y="187281"/>
                  </a:cubicBezTo>
                  <a:cubicBezTo>
                    <a:pt x="567341" y="210998"/>
                    <a:pt x="512763" y="234525"/>
                    <a:pt x="458280" y="258242"/>
                  </a:cubicBezTo>
                  <a:cubicBezTo>
                    <a:pt x="448184" y="225476"/>
                    <a:pt x="430753" y="192425"/>
                    <a:pt x="399225" y="175946"/>
                  </a:cubicBezTo>
                  <a:cubicBezTo>
                    <a:pt x="347599" y="148133"/>
                    <a:pt x="272447" y="155658"/>
                    <a:pt x="237776" y="206426"/>
                  </a:cubicBezTo>
                  <a:cubicBezTo>
                    <a:pt x="203772" y="254432"/>
                    <a:pt x="211202" y="315869"/>
                    <a:pt x="210725" y="371209"/>
                  </a:cubicBezTo>
                  <a:cubicBezTo>
                    <a:pt x="212059" y="425692"/>
                    <a:pt x="203105" y="484366"/>
                    <a:pt x="231013" y="534086"/>
                  </a:cubicBezTo>
                  <a:cubicBezTo>
                    <a:pt x="271304" y="607524"/>
                    <a:pt x="390081" y="607905"/>
                    <a:pt x="437992" y="542278"/>
                  </a:cubicBezTo>
                  <a:cubicBezTo>
                    <a:pt x="451422" y="524561"/>
                    <a:pt x="459899" y="503702"/>
                    <a:pt x="468662" y="483413"/>
                  </a:cubicBezTo>
                  <a:cubicBezTo>
                    <a:pt x="521050" y="506178"/>
                    <a:pt x="573532" y="528943"/>
                    <a:pt x="625920" y="551898"/>
                  </a:cubicBezTo>
                  <a:cubicBezTo>
                    <a:pt x="604298" y="611144"/>
                    <a:pt x="568579" y="667532"/>
                    <a:pt x="514573" y="702203"/>
                  </a:cubicBezTo>
                  <a:cubicBezTo>
                    <a:pt x="441706" y="749732"/>
                    <a:pt x="349600" y="756971"/>
                    <a:pt x="265494" y="744398"/>
                  </a:cubicBezTo>
                  <a:cubicBezTo>
                    <a:pt x="186341" y="732492"/>
                    <a:pt x="111189" y="689534"/>
                    <a:pt x="66422" y="622478"/>
                  </a:cubicBezTo>
                  <a:cubicBezTo>
                    <a:pt x="7366" y="535991"/>
                    <a:pt x="-5587" y="426644"/>
                    <a:pt x="1937" y="324441"/>
                  </a:cubicBezTo>
                  <a:cubicBezTo>
                    <a:pt x="8890" y="231668"/>
                    <a:pt x="41656" y="135465"/>
                    <a:pt x="114142" y="7345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BEADA96-1A80-9EB1-DBCA-0EBF9FDAB801}"/>
                </a:ext>
              </a:extLst>
            </p:cNvPr>
            <p:cNvSpPr/>
            <p:nvPr/>
          </p:nvSpPr>
          <p:spPr>
            <a:xfrm>
              <a:off x="14778191" y="8849530"/>
              <a:ext cx="689710" cy="749617"/>
            </a:xfrm>
            <a:custGeom>
              <a:avLst/>
              <a:gdLst>
                <a:gd name="connsiteX0" fmla="*/ 27247 w 689710"/>
                <a:gd name="connsiteY0" fmla="*/ 137021 h 749617"/>
                <a:gd name="connsiteX1" fmla="*/ 239750 w 689710"/>
                <a:gd name="connsiteY1" fmla="*/ 5290 h 749617"/>
                <a:gd name="connsiteX2" fmla="*/ 522070 w 689710"/>
                <a:gd name="connsiteY2" fmla="*/ 49582 h 749617"/>
                <a:gd name="connsiteX3" fmla="*/ 622654 w 689710"/>
                <a:gd name="connsiteY3" fmla="*/ 247606 h 749617"/>
                <a:gd name="connsiteX4" fmla="*/ 623036 w 689710"/>
                <a:gd name="connsiteY4" fmla="*/ 575838 h 749617"/>
                <a:gd name="connsiteX5" fmla="*/ 689711 w 689710"/>
                <a:gd name="connsiteY5" fmla="*/ 575933 h 749617"/>
                <a:gd name="connsiteX6" fmla="*/ 689711 w 689710"/>
                <a:gd name="connsiteY6" fmla="*/ 733000 h 749617"/>
                <a:gd name="connsiteX7" fmla="*/ 506259 w 689710"/>
                <a:gd name="connsiteY7" fmla="*/ 713950 h 749617"/>
                <a:gd name="connsiteX8" fmla="*/ 438441 w 689710"/>
                <a:gd name="connsiteY8" fmla="*/ 603270 h 749617"/>
                <a:gd name="connsiteX9" fmla="*/ 388625 w 689710"/>
                <a:gd name="connsiteY9" fmla="*/ 690805 h 749617"/>
                <a:gd name="connsiteX10" fmla="*/ 169074 w 689710"/>
                <a:gd name="connsiteY10" fmla="*/ 745288 h 749617"/>
                <a:gd name="connsiteX11" fmla="*/ 15341 w 689710"/>
                <a:gd name="connsiteY11" fmla="*/ 626892 h 749617"/>
                <a:gd name="connsiteX12" fmla="*/ 37153 w 689710"/>
                <a:gd name="connsiteY12" fmla="*/ 416008 h 749617"/>
                <a:gd name="connsiteX13" fmla="*/ 191076 w 689710"/>
                <a:gd name="connsiteY13" fmla="*/ 327521 h 749617"/>
                <a:gd name="connsiteX14" fmla="*/ 420629 w 689710"/>
                <a:gd name="connsiteY14" fmla="*/ 316663 h 749617"/>
                <a:gd name="connsiteX15" fmla="*/ 392911 w 689710"/>
                <a:gd name="connsiteY15" fmla="*/ 189028 h 749617"/>
                <a:gd name="connsiteX16" fmla="*/ 258323 w 689710"/>
                <a:gd name="connsiteY16" fmla="*/ 163310 h 749617"/>
                <a:gd name="connsiteX17" fmla="*/ 147452 w 689710"/>
                <a:gd name="connsiteY17" fmla="*/ 243130 h 749617"/>
                <a:gd name="connsiteX18" fmla="*/ 27247 w 689710"/>
                <a:gd name="connsiteY18" fmla="*/ 137021 h 749617"/>
                <a:gd name="connsiteX19" fmla="*/ 252894 w 689710"/>
                <a:gd name="connsiteY19" fmla="*/ 442583 h 749617"/>
                <a:gd name="connsiteX20" fmla="*/ 260038 w 689710"/>
                <a:gd name="connsiteY20" fmla="*/ 604508 h 749617"/>
                <a:gd name="connsiteX21" fmla="*/ 401579 w 689710"/>
                <a:gd name="connsiteY21" fmla="*/ 571552 h 749617"/>
                <a:gd name="connsiteX22" fmla="*/ 420534 w 689710"/>
                <a:gd name="connsiteY22" fmla="*/ 431725 h 749617"/>
                <a:gd name="connsiteX23" fmla="*/ 252894 w 689710"/>
                <a:gd name="connsiteY23" fmla="*/ 442583 h 74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9710" h="749617">
                  <a:moveTo>
                    <a:pt x="27247" y="137021"/>
                  </a:moveTo>
                  <a:cubicBezTo>
                    <a:pt x="73634" y="63583"/>
                    <a:pt x="153834" y="15387"/>
                    <a:pt x="239750" y="5290"/>
                  </a:cubicBezTo>
                  <a:cubicBezTo>
                    <a:pt x="334618" y="-6044"/>
                    <a:pt x="438632" y="-2520"/>
                    <a:pt x="522070" y="49582"/>
                  </a:cubicBezTo>
                  <a:cubicBezTo>
                    <a:pt x="588936" y="91015"/>
                    <a:pt x="621988" y="171025"/>
                    <a:pt x="622654" y="247606"/>
                  </a:cubicBezTo>
                  <a:cubicBezTo>
                    <a:pt x="623512" y="357049"/>
                    <a:pt x="622654" y="466396"/>
                    <a:pt x="623036" y="575838"/>
                  </a:cubicBezTo>
                  <a:cubicBezTo>
                    <a:pt x="645134" y="575838"/>
                    <a:pt x="667422" y="575838"/>
                    <a:pt x="689711" y="575933"/>
                  </a:cubicBezTo>
                  <a:cubicBezTo>
                    <a:pt x="689615" y="628225"/>
                    <a:pt x="689615" y="680613"/>
                    <a:pt x="689711" y="733000"/>
                  </a:cubicBezTo>
                  <a:cubicBezTo>
                    <a:pt x="628750" y="728238"/>
                    <a:pt x="561790" y="746621"/>
                    <a:pt x="506259" y="713950"/>
                  </a:cubicBezTo>
                  <a:cubicBezTo>
                    <a:pt x="466540" y="690614"/>
                    <a:pt x="448442" y="646037"/>
                    <a:pt x="438441" y="603270"/>
                  </a:cubicBezTo>
                  <a:cubicBezTo>
                    <a:pt x="423963" y="633559"/>
                    <a:pt x="413866" y="667278"/>
                    <a:pt x="388625" y="690805"/>
                  </a:cubicBezTo>
                  <a:cubicBezTo>
                    <a:pt x="331952" y="747193"/>
                    <a:pt x="244702" y="756908"/>
                    <a:pt x="169074" y="745288"/>
                  </a:cubicBezTo>
                  <a:cubicBezTo>
                    <a:pt x="102113" y="735477"/>
                    <a:pt x="38676" y="691948"/>
                    <a:pt x="15341" y="626892"/>
                  </a:cubicBezTo>
                  <a:cubicBezTo>
                    <a:pt x="-9234" y="558693"/>
                    <a:pt x="-5900" y="476302"/>
                    <a:pt x="37153" y="416008"/>
                  </a:cubicBezTo>
                  <a:cubicBezTo>
                    <a:pt x="73062" y="366097"/>
                    <a:pt x="132498" y="339808"/>
                    <a:pt x="191076" y="327521"/>
                  </a:cubicBezTo>
                  <a:cubicBezTo>
                    <a:pt x="266515" y="311424"/>
                    <a:pt x="344048" y="317996"/>
                    <a:pt x="420629" y="316663"/>
                  </a:cubicBezTo>
                  <a:cubicBezTo>
                    <a:pt x="420439" y="273419"/>
                    <a:pt x="425963" y="222746"/>
                    <a:pt x="392911" y="189028"/>
                  </a:cubicBezTo>
                  <a:cubicBezTo>
                    <a:pt x="357764" y="155119"/>
                    <a:pt x="303377" y="154547"/>
                    <a:pt x="258323" y="163310"/>
                  </a:cubicBezTo>
                  <a:cubicBezTo>
                    <a:pt x="211460" y="172359"/>
                    <a:pt x="174884" y="205982"/>
                    <a:pt x="147452" y="243130"/>
                  </a:cubicBezTo>
                  <a:cubicBezTo>
                    <a:pt x="107447" y="207697"/>
                    <a:pt x="67728" y="171883"/>
                    <a:pt x="27247" y="137021"/>
                  </a:cubicBezTo>
                  <a:moveTo>
                    <a:pt x="252894" y="442583"/>
                  </a:moveTo>
                  <a:cubicBezTo>
                    <a:pt x="182600" y="464872"/>
                    <a:pt x="184981" y="591078"/>
                    <a:pt x="260038" y="604508"/>
                  </a:cubicBezTo>
                  <a:cubicBezTo>
                    <a:pt x="308044" y="613557"/>
                    <a:pt x="366337" y="609461"/>
                    <a:pt x="401579" y="571552"/>
                  </a:cubicBezTo>
                  <a:cubicBezTo>
                    <a:pt x="433298" y="532213"/>
                    <a:pt x="416438" y="477921"/>
                    <a:pt x="420534" y="431725"/>
                  </a:cubicBezTo>
                  <a:cubicBezTo>
                    <a:pt x="364813" y="434677"/>
                    <a:pt x="306615" y="423724"/>
                    <a:pt x="252894" y="4425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8DAAAF-22D3-8686-027F-301825BDAA00}"/>
                </a:ext>
              </a:extLst>
            </p:cNvPr>
            <p:cNvSpPr/>
            <p:nvPr/>
          </p:nvSpPr>
          <p:spPr>
            <a:xfrm>
              <a:off x="15602775" y="8849035"/>
              <a:ext cx="633507" cy="733518"/>
            </a:xfrm>
            <a:custGeom>
              <a:avLst/>
              <a:gdLst>
                <a:gd name="connsiteX0" fmla="*/ 311944 w 633507"/>
                <a:gd name="connsiteY0" fmla="*/ 20073 h 733518"/>
                <a:gd name="connsiteX1" fmla="*/ 569214 w 633507"/>
                <a:gd name="connsiteY1" fmla="*/ 66078 h 733518"/>
                <a:gd name="connsiteX2" fmla="*/ 633413 w 633507"/>
                <a:gd name="connsiteY2" fmla="*/ 276295 h 733518"/>
                <a:gd name="connsiteX3" fmla="*/ 633508 w 633507"/>
                <a:gd name="connsiteY3" fmla="*/ 733495 h 733518"/>
                <a:gd name="connsiteX4" fmla="*/ 431006 w 633507"/>
                <a:gd name="connsiteY4" fmla="*/ 733495 h 733518"/>
                <a:gd name="connsiteX5" fmla="*/ 430435 w 633507"/>
                <a:gd name="connsiteY5" fmla="*/ 276676 h 733518"/>
                <a:gd name="connsiteX6" fmla="*/ 369951 w 633507"/>
                <a:gd name="connsiteY6" fmla="*/ 169901 h 733518"/>
                <a:gd name="connsiteX7" fmla="*/ 203264 w 633507"/>
                <a:gd name="connsiteY7" fmla="*/ 257245 h 733518"/>
                <a:gd name="connsiteX8" fmla="*/ 202502 w 633507"/>
                <a:gd name="connsiteY8" fmla="*/ 733495 h 733518"/>
                <a:gd name="connsiteX9" fmla="*/ 0 w 633507"/>
                <a:gd name="connsiteY9" fmla="*/ 733400 h 733518"/>
                <a:gd name="connsiteX10" fmla="*/ 95 w 633507"/>
                <a:gd name="connsiteY10" fmla="*/ 16739 h 733518"/>
                <a:gd name="connsiteX11" fmla="*/ 202406 w 633507"/>
                <a:gd name="connsiteY11" fmla="*/ 16739 h 733518"/>
                <a:gd name="connsiteX12" fmla="*/ 204883 w 633507"/>
                <a:gd name="connsiteY12" fmla="*/ 144564 h 733518"/>
                <a:gd name="connsiteX13" fmla="*/ 311944 w 633507"/>
                <a:gd name="connsiteY13" fmla="*/ 20073 h 7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507" h="733518">
                  <a:moveTo>
                    <a:pt x="311944" y="20073"/>
                  </a:moveTo>
                  <a:cubicBezTo>
                    <a:pt x="395669" y="-15837"/>
                    <a:pt x="506825" y="-5359"/>
                    <a:pt x="569214" y="66078"/>
                  </a:cubicBezTo>
                  <a:cubicBezTo>
                    <a:pt x="618649" y="123609"/>
                    <a:pt x="632365" y="202572"/>
                    <a:pt x="633413" y="276295"/>
                  </a:cubicBezTo>
                  <a:cubicBezTo>
                    <a:pt x="633603" y="428695"/>
                    <a:pt x="633317" y="581095"/>
                    <a:pt x="633508" y="733495"/>
                  </a:cubicBezTo>
                  <a:lnTo>
                    <a:pt x="431006" y="733495"/>
                  </a:lnTo>
                  <a:cubicBezTo>
                    <a:pt x="430625" y="581190"/>
                    <a:pt x="431864" y="428981"/>
                    <a:pt x="430435" y="276676"/>
                  </a:cubicBezTo>
                  <a:cubicBezTo>
                    <a:pt x="429101" y="234861"/>
                    <a:pt x="415290" y="183045"/>
                    <a:pt x="369951" y="169901"/>
                  </a:cubicBezTo>
                  <a:cubicBezTo>
                    <a:pt x="305086" y="150946"/>
                    <a:pt x="210884" y="180759"/>
                    <a:pt x="203264" y="257245"/>
                  </a:cubicBezTo>
                  <a:cubicBezTo>
                    <a:pt x="201263" y="415931"/>
                    <a:pt x="202978" y="574713"/>
                    <a:pt x="202502" y="733495"/>
                  </a:cubicBezTo>
                  <a:cubicBezTo>
                    <a:pt x="134970" y="733495"/>
                    <a:pt x="67437" y="733590"/>
                    <a:pt x="0" y="733400"/>
                  </a:cubicBezTo>
                  <a:cubicBezTo>
                    <a:pt x="191" y="494513"/>
                    <a:pt x="-95" y="255626"/>
                    <a:pt x="95" y="16739"/>
                  </a:cubicBezTo>
                  <a:lnTo>
                    <a:pt x="202406" y="16739"/>
                  </a:lnTo>
                  <a:cubicBezTo>
                    <a:pt x="203264" y="59315"/>
                    <a:pt x="200025" y="102083"/>
                    <a:pt x="204883" y="144564"/>
                  </a:cubicBezTo>
                  <a:cubicBezTo>
                    <a:pt x="226790" y="93606"/>
                    <a:pt x="258604" y="42456"/>
                    <a:pt x="311944" y="2007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BF8AFFD-1B6C-839E-B09F-AF5203BE810E}"/>
                </a:ext>
              </a:extLst>
            </p:cNvPr>
            <p:cNvSpPr/>
            <p:nvPr/>
          </p:nvSpPr>
          <p:spPr>
            <a:xfrm>
              <a:off x="17116014" y="8849344"/>
              <a:ext cx="669651" cy="749917"/>
            </a:xfrm>
            <a:custGeom>
              <a:avLst/>
              <a:gdLst>
                <a:gd name="connsiteX0" fmla="*/ 174305 w 669651"/>
                <a:gd name="connsiteY0" fmla="*/ 34909 h 749917"/>
                <a:gd name="connsiteX1" fmla="*/ 433670 w 669651"/>
                <a:gd name="connsiteY1" fmla="*/ 11287 h 749917"/>
                <a:gd name="connsiteX2" fmla="*/ 624838 w 669651"/>
                <a:gd name="connsiteY2" fmla="*/ 161973 h 749917"/>
                <a:gd name="connsiteX3" fmla="*/ 669129 w 669651"/>
                <a:gd name="connsiteY3" fmla="*/ 426482 h 749917"/>
                <a:gd name="connsiteX4" fmla="*/ 208500 w 669651"/>
                <a:gd name="connsiteY4" fmla="*/ 426482 h 749917"/>
                <a:gd name="connsiteX5" fmla="*/ 248028 w 669651"/>
                <a:gd name="connsiteY5" fmla="*/ 549450 h 749917"/>
                <a:gd name="connsiteX6" fmla="*/ 408049 w 669651"/>
                <a:gd name="connsiteY6" fmla="*/ 587645 h 749917"/>
                <a:gd name="connsiteX7" fmla="*/ 543589 w 669651"/>
                <a:gd name="connsiteY7" fmla="*/ 505063 h 749917"/>
                <a:gd name="connsiteX8" fmla="*/ 645031 w 669651"/>
                <a:gd name="connsiteY8" fmla="*/ 631269 h 749917"/>
                <a:gd name="connsiteX9" fmla="*/ 388617 w 669651"/>
                <a:gd name="connsiteY9" fmla="*/ 747951 h 749917"/>
                <a:gd name="connsiteX10" fmla="*/ 125441 w 669651"/>
                <a:gd name="connsiteY10" fmla="*/ 681752 h 749917"/>
                <a:gd name="connsiteX11" fmla="*/ 5045 w 669651"/>
                <a:gd name="connsiteY11" fmla="*/ 451342 h 749917"/>
                <a:gd name="connsiteX12" fmla="*/ 33526 w 669651"/>
                <a:gd name="connsiteY12" fmla="*/ 189214 h 749917"/>
                <a:gd name="connsiteX13" fmla="*/ 174305 w 669651"/>
                <a:gd name="connsiteY13" fmla="*/ 34909 h 749917"/>
                <a:gd name="connsiteX14" fmla="*/ 232502 w 669651"/>
                <a:gd name="connsiteY14" fmla="*/ 205788 h 749917"/>
                <a:gd name="connsiteX15" fmla="*/ 208500 w 669651"/>
                <a:gd name="connsiteY15" fmla="*/ 307324 h 749917"/>
                <a:gd name="connsiteX16" fmla="*/ 460722 w 669651"/>
                <a:gd name="connsiteY16" fmla="*/ 307324 h 749917"/>
                <a:gd name="connsiteX17" fmla="*/ 423956 w 669651"/>
                <a:gd name="connsiteY17" fmla="*/ 182547 h 749917"/>
                <a:gd name="connsiteX18" fmla="*/ 232502 w 669651"/>
                <a:gd name="connsiteY18" fmla="*/ 205883 h 74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651" h="749917">
                  <a:moveTo>
                    <a:pt x="174305" y="34909"/>
                  </a:moveTo>
                  <a:cubicBezTo>
                    <a:pt x="254220" y="-3858"/>
                    <a:pt x="347945" y="-8144"/>
                    <a:pt x="433670" y="11287"/>
                  </a:cubicBezTo>
                  <a:cubicBezTo>
                    <a:pt x="515681" y="29956"/>
                    <a:pt x="587690" y="86439"/>
                    <a:pt x="624838" y="161973"/>
                  </a:cubicBezTo>
                  <a:cubicBezTo>
                    <a:pt x="667223" y="243126"/>
                    <a:pt x="671510" y="336852"/>
                    <a:pt x="669129" y="426482"/>
                  </a:cubicBezTo>
                  <a:cubicBezTo>
                    <a:pt x="515586" y="426482"/>
                    <a:pt x="362043" y="426482"/>
                    <a:pt x="208500" y="426482"/>
                  </a:cubicBezTo>
                  <a:cubicBezTo>
                    <a:pt x="208690" y="469916"/>
                    <a:pt x="215834" y="517350"/>
                    <a:pt x="248028" y="549450"/>
                  </a:cubicBezTo>
                  <a:cubicBezTo>
                    <a:pt x="289272" y="590693"/>
                    <a:pt x="353089" y="596217"/>
                    <a:pt x="408049" y="587645"/>
                  </a:cubicBezTo>
                  <a:cubicBezTo>
                    <a:pt x="462341" y="579453"/>
                    <a:pt x="506537" y="543449"/>
                    <a:pt x="543589" y="505063"/>
                  </a:cubicBezTo>
                  <a:cubicBezTo>
                    <a:pt x="577308" y="547259"/>
                    <a:pt x="611216" y="589169"/>
                    <a:pt x="645031" y="631269"/>
                  </a:cubicBezTo>
                  <a:cubicBezTo>
                    <a:pt x="580260" y="703755"/>
                    <a:pt x="484153" y="740997"/>
                    <a:pt x="388617" y="747951"/>
                  </a:cubicBezTo>
                  <a:cubicBezTo>
                    <a:pt x="297273" y="756047"/>
                    <a:pt x="198880" y="740140"/>
                    <a:pt x="125441" y="681752"/>
                  </a:cubicBezTo>
                  <a:cubicBezTo>
                    <a:pt x="54481" y="626602"/>
                    <a:pt x="16381" y="538782"/>
                    <a:pt x="5045" y="451342"/>
                  </a:cubicBezTo>
                  <a:cubicBezTo>
                    <a:pt x="-5812" y="363522"/>
                    <a:pt x="-384" y="271701"/>
                    <a:pt x="33526" y="189214"/>
                  </a:cubicBezTo>
                  <a:cubicBezTo>
                    <a:pt x="60291" y="123301"/>
                    <a:pt x="110011" y="66246"/>
                    <a:pt x="174305" y="34909"/>
                  </a:cubicBezTo>
                  <a:moveTo>
                    <a:pt x="232502" y="205788"/>
                  </a:moveTo>
                  <a:cubicBezTo>
                    <a:pt x="213072" y="235887"/>
                    <a:pt x="209262" y="272367"/>
                    <a:pt x="208500" y="307324"/>
                  </a:cubicBezTo>
                  <a:cubicBezTo>
                    <a:pt x="292510" y="307324"/>
                    <a:pt x="376616" y="307324"/>
                    <a:pt x="460722" y="307324"/>
                  </a:cubicBezTo>
                  <a:cubicBezTo>
                    <a:pt x="459770" y="263890"/>
                    <a:pt x="455292" y="215884"/>
                    <a:pt x="423956" y="182547"/>
                  </a:cubicBezTo>
                  <a:cubicBezTo>
                    <a:pt x="372234" y="128730"/>
                    <a:pt x="270317" y="141780"/>
                    <a:pt x="232502" y="2058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3F79CF1-BB23-64AA-9C92-5A1EAE747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462" y="6858000"/>
            <a:ext cx="10101577" cy="29022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6B8B5A-0A46-AB09-F47C-0B0DF9DF35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5462" y="10287000"/>
            <a:ext cx="10101577" cy="1709738"/>
          </a:xfrm>
        </p:spPr>
        <p:txBody>
          <a:bodyPr anchor="b" anchorCtr="0"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0F0B5B-6B52-3139-61A7-7B7287D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2186064"/>
            <a:ext cx="10101072" cy="41417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6" name="Graphic 5">
            <a:extLst>
              <a:ext uri="{FF2B5EF4-FFF2-40B4-BE49-F238E27FC236}">
                <a16:creationId xmlns:a16="http://schemas.microsoft.com/office/drawing/2014/main" id="{F1A637DE-FA28-1BBA-ED19-561BF47FC9AA}"/>
              </a:ext>
            </a:extLst>
          </p:cNvPr>
          <p:cNvGrpSpPr/>
          <p:nvPr userDrawn="1"/>
        </p:nvGrpSpPr>
        <p:grpSpPr>
          <a:xfrm>
            <a:off x="598346" y="576072"/>
            <a:ext cx="3758389" cy="436594"/>
            <a:chOff x="6597650" y="8572457"/>
            <a:chExt cx="11188016" cy="1299659"/>
          </a:xfrm>
          <a:solidFill>
            <a:srgbClr val="000000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985145-6140-8167-8472-4F70B1B08F56}"/>
                </a:ext>
              </a:extLst>
            </p:cNvPr>
            <p:cNvSpPr/>
            <p:nvPr/>
          </p:nvSpPr>
          <p:spPr>
            <a:xfrm>
              <a:off x="11603037" y="8572457"/>
              <a:ext cx="633888" cy="1010097"/>
            </a:xfrm>
            <a:custGeom>
              <a:avLst/>
              <a:gdLst>
                <a:gd name="connsiteX0" fmla="*/ 95 w 633888"/>
                <a:gd name="connsiteY0" fmla="*/ 42 h 1010097"/>
                <a:gd name="connsiteX1" fmla="*/ 202502 w 633888"/>
                <a:gd name="connsiteY1" fmla="*/ 42 h 1010097"/>
                <a:gd name="connsiteX2" fmla="*/ 204216 w 633888"/>
                <a:gd name="connsiteY2" fmla="*/ 419904 h 1010097"/>
                <a:gd name="connsiteX3" fmla="*/ 276320 w 633888"/>
                <a:gd name="connsiteY3" fmla="*/ 318463 h 1010097"/>
                <a:gd name="connsiteX4" fmla="*/ 591884 w 633888"/>
                <a:gd name="connsiteY4" fmla="*/ 373899 h 1010097"/>
                <a:gd name="connsiteX5" fmla="*/ 633793 w 633888"/>
                <a:gd name="connsiteY5" fmla="*/ 562303 h 1010097"/>
                <a:gd name="connsiteX6" fmla="*/ 633889 w 633888"/>
                <a:gd name="connsiteY6" fmla="*/ 1010073 h 1010097"/>
                <a:gd name="connsiteX7" fmla="*/ 431482 w 633888"/>
                <a:gd name="connsiteY7" fmla="*/ 1010073 h 1010097"/>
                <a:gd name="connsiteX8" fmla="*/ 431102 w 633888"/>
                <a:gd name="connsiteY8" fmla="*/ 561827 h 1010097"/>
                <a:gd name="connsiteX9" fmla="*/ 376333 w 633888"/>
                <a:gd name="connsiteY9" fmla="*/ 448765 h 1010097"/>
                <a:gd name="connsiteX10" fmla="*/ 203454 w 633888"/>
                <a:gd name="connsiteY10" fmla="*/ 533538 h 1010097"/>
                <a:gd name="connsiteX11" fmla="*/ 202502 w 633888"/>
                <a:gd name="connsiteY11" fmla="*/ 1010073 h 1010097"/>
                <a:gd name="connsiteX12" fmla="*/ 0 w 633888"/>
                <a:gd name="connsiteY12" fmla="*/ 1009978 h 1010097"/>
                <a:gd name="connsiteX13" fmla="*/ 95 w 633888"/>
                <a:gd name="connsiteY13" fmla="*/ 42 h 1010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888" h="1010097">
                  <a:moveTo>
                    <a:pt x="95" y="42"/>
                  </a:moveTo>
                  <a:cubicBezTo>
                    <a:pt x="67533" y="-53"/>
                    <a:pt x="134969" y="42"/>
                    <a:pt x="202502" y="42"/>
                  </a:cubicBezTo>
                  <a:cubicBezTo>
                    <a:pt x="203549" y="139965"/>
                    <a:pt x="200311" y="280077"/>
                    <a:pt x="204216" y="419904"/>
                  </a:cubicBezTo>
                  <a:cubicBezTo>
                    <a:pt x="224504" y="383709"/>
                    <a:pt x="241364" y="343419"/>
                    <a:pt x="276320" y="318463"/>
                  </a:cubicBezTo>
                  <a:cubicBezTo>
                    <a:pt x="371284" y="247692"/>
                    <a:pt x="531781" y="265695"/>
                    <a:pt x="591884" y="373899"/>
                  </a:cubicBezTo>
                  <a:cubicBezTo>
                    <a:pt x="624840" y="430668"/>
                    <a:pt x="633413" y="497724"/>
                    <a:pt x="633793" y="562303"/>
                  </a:cubicBezTo>
                  <a:cubicBezTo>
                    <a:pt x="633984" y="711560"/>
                    <a:pt x="633793" y="860817"/>
                    <a:pt x="633889" y="1010073"/>
                  </a:cubicBezTo>
                  <a:lnTo>
                    <a:pt x="431482" y="1010073"/>
                  </a:lnTo>
                  <a:cubicBezTo>
                    <a:pt x="431197" y="860626"/>
                    <a:pt x="432054" y="711179"/>
                    <a:pt x="431102" y="561827"/>
                  </a:cubicBezTo>
                  <a:cubicBezTo>
                    <a:pt x="429959" y="519441"/>
                    <a:pt x="420624" y="466386"/>
                    <a:pt x="376333" y="448765"/>
                  </a:cubicBezTo>
                  <a:cubicBezTo>
                    <a:pt x="310801" y="425334"/>
                    <a:pt x="211836" y="455052"/>
                    <a:pt x="203454" y="533538"/>
                  </a:cubicBezTo>
                  <a:cubicBezTo>
                    <a:pt x="201168" y="692319"/>
                    <a:pt x="203168" y="851196"/>
                    <a:pt x="202502" y="1010073"/>
                  </a:cubicBezTo>
                  <a:cubicBezTo>
                    <a:pt x="134969" y="1010073"/>
                    <a:pt x="67533" y="1010169"/>
                    <a:pt x="0" y="1009978"/>
                  </a:cubicBezTo>
                  <a:cubicBezTo>
                    <a:pt x="191" y="673365"/>
                    <a:pt x="95" y="336656"/>
                    <a:pt x="95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D933579-F84C-4074-BCE8-A5F3C6A8C115}"/>
                </a:ext>
              </a:extLst>
            </p:cNvPr>
            <p:cNvSpPr/>
            <p:nvPr/>
          </p:nvSpPr>
          <p:spPr>
            <a:xfrm>
              <a:off x="14012576" y="8572457"/>
              <a:ext cx="634202" cy="1010164"/>
            </a:xfrm>
            <a:custGeom>
              <a:avLst/>
              <a:gdLst>
                <a:gd name="connsiteX0" fmla="*/ 381 w 634202"/>
                <a:gd name="connsiteY0" fmla="*/ 42 h 1010164"/>
                <a:gd name="connsiteX1" fmla="*/ 202788 w 634202"/>
                <a:gd name="connsiteY1" fmla="*/ 42 h 1010164"/>
                <a:gd name="connsiteX2" fmla="*/ 204502 w 634202"/>
                <a:gd name="connsiteY2" fmla="*/ 419904 h 1010164"/>
                <a:gd name="connsiteX3" fmla="*/ 271558 w 634202"/>
                <a:gd name="connsiteY3" fmla="*/ 322559 h 1010164"/>
                <a:gd name="connsiteX4" fmla="*/ 596265 w 634202"/>
                <a:gd name="connsiteY4" fmla="*/ 381233 h 1010164"/>
                <a:gd name="connsiteX5" fmla="*/ 634175 w 634202"/>
                <a:gd name="connsiteY5" fmla="*/ 562303 h 1010164"/>
                <a:gd name="connsiteX6" fmla="*/ 634175 w 634202"/>
                <a:gd name="connsiteY6" fmla="*/ 1010073 h 1010164"/>
                <a:gd name="connsiteX7" fmla="*/ 431768 w 634202"/>
                <a:gd name="connsiteY7" fmla="*/ 1010073 h 1010164"/>
                <a:gd name="connsiteX8" fmla="*/ 431388 w 634202"/>
                <a:gd name="connsiteY8" fmla="*/ 562303 h 1010164"/>
                <a:gd name="connsiteX9" fmla="*/ 376333 w 634202"/>
                <a:gd name="connsiteY9" fmla="*/ 448575 h 1010164"/>
                <a:gd name="connsiteX10" fmla="*/ 203835 w 634202"/>
                <a:gd name="connsiteY10" fmla="*/ 533347 h 1010164"/>
                <a:gd name="connsiteX11" fmla="*/ 202788 w 634202"/>
                <a:gd name="connsiteY11" fmla="*/ 1010073 h 1010164"/>
                <a:gd name="connsiteX12" fmla="*/ 0 w 634202"/>
                <a:gd name="connsiteY12" fmla="*/ 1009597 h 1010164"/>
                <a:gd name="connsiteX13" fmla="*/ 381 w 634202"/>
                <a:gd name="connsiteY13" fmla="*/ 42 h 1010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4202" h="1010164">
                  <a:moveTo>
                    <a:pt x="381" y="42"/>
                  </a:moveTo>
                  <a:cubicBezTo>
                    <a:pt x="67819" y="-53"/>
                    <a:pt x="135255" y="42"/>
                    <a:pt x="202788" y="42"/>
                  </a:cubicBezTo>
                  <a:cubicBezTo>
                    <a:pt x="203835" y="139965"/>
                    <a:pt x="200597" y="280077"/>
                    <a:pt x="204502" y="419904"/>
                  </a:cubicBezTo>
                  <a:cubicBezTo>
                    <a:pt x="223933" y="385710"/>
                    <a:pt x="239363" y="347419"/>
                    <a:pt x="271558" y="322559"/>
                  </a:cubicBezTo>
                  <a:cubicBezTo>
                    <a:pt x="367856" y="244644"/>
                    <a:pt x="538544" y="265314"/>
                    <a:pt x="596265" y="381233"/>
                  </a:cubicBezTo>
                  <a:cubicBezTo>
                    <a:pt x="625888" y="436573"/>
                    <a:pt x="633794" y="500391"/>
                    <a:pt x="634175" y="562303"/>
                  </a:cubicBezTo>
                  <a:cubicBezTo>
                    <a:pt x="634270" y="711560"/>
                    <a:pt x="634079" y="860817"/>
                    <a:pt x="634175" y="1010073"/>
                  </a:cubicBezTo>
                  <a:lnTo>
                    <a:pt x="431768" y="1010073"/>
                  </a:lnTo>
                  <a:cubicBezTo>
                    <a:pt x="431483" y="860817"/>
                    <a:pt x="432245" y="711560"/>
                    <a:pt x="431388" y="562303"/>
                  </a:cubicBezTo>
                  <a:cubicBezTo>
                    <a:pt x="430340" y="519822"/>
                    <a:pt x="421005" y="466101"/>
                    <a:pt x="376333" y="448575"/>
                  </a:cubicBezTo>
                  <a:cubicBezTo>
                    <a:pt x="310801" y="425524"/>
                    <a:pt x="212408" y="455147"/>
                    <a:pt x="203835" y="533347"/>
                  </a:cubicBezTo>
                  <a:cubicBezTo>
                    <a:pt x="201359" y="692129"/>
                    <a:pt x="203454" y="851101"/>
                    <a:pt x="202788" y="1010073"/>
                  </a:cubicBezTo>
                  <a:cubicBezTo>
                    <a:pt x="135160" y="1009883"/>
                    <a:pt x="67533" y="1010645"/>
                    <a:pt x="0" y="1009597"/>
                  </a:cubicBezTo>
                  <a:cubicBezTo>
                    <a:pt x="858" y="673079"/>
                    <a:pt x="95" y="336561"/>
                    <a:pt x="381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B61EFE4-D8E6-B1E2-379D-12B26CE8F152}"/>
                </a:ext>
              </a:extLst>
            </p:cNvPr>
            <p:cNvSpPr/>
            <p:nvPr/>
          </p:nvSpPr>
          <p:spPr>
            <a:xfrm>
              <a:off x="6597650" y="8630030"/>
              <a:ext cx="382566" cy="952500"/>
            </a:xfrm>
            <a:custGeom>
              <a:avLst/>
              <a:gdLst>
                <a:gd name="connsiteX0" fmla="*/ 0 w 382566"/>
                <a:gd name="connsiteY0" fmla="*/ 0 h 952500"/>
                <a:gd name="connsiteX1" fmla="*/ 382524 w 382566"/>
                <a:gd name="connsiteY1" fmla="*/ 0 h 952500"/>
                <a:gd name="connsiteX2" fmla="*/ 382524 w 382566"/>
                <a:gd name="connsiteY2" fmla="*/ 95631 h 952500"/>
                <a:gd name="connsiteX3" fmla="*/ 248793 w 382566"/>
                <a:gd name="connsiteY3" fmla="*/ 95631 h 952500"/>
                <a:gd name="connsiteX4" fmla="*/ 248793 w 382566"/>
                <a:gd name="connsiteY4" fmla="*/ 856869 h 952500"/>
                <a:gd name="connsiteX5" fmla="*/ 382524 w 382566"/>
                <a:gd name="connsiteY5" fmla="*/ 856869 h 952500"/>
                <a:gd name="connsiteX6" fmla="*/ 382524 w 382566"/>
                <a:gd name="connsiteY6" fmla="*/ 952500 h 952500"/>
                <a:gd name="connsiteX7" fmla="*/ 0 w 382566"/>
                <a:gd name="connsiteY7" fmla="*/ 952500 h 952500"/>
                <a:gd name="connsiteX8" fmla="*/ 0 w 382566"/>
                <a:gd name="connsiteY8" fmla="*/ 856869 h 952500"/>
                <a:gd name="connsiteX9" fmla="*/ 133731 w 382566"/>
                <a:gd name="connsiteY9" fmla="*/ 856869 h 952500"/>
                <a:gd name="connsiteX10" fmla="*/ 133731 w 382566"/>
                <a:gd name="connsiteY10" fmla="*/ 95631 h 952500"/>
                <a:gd name="connsiteX11" fmla="*/ 0 w 382566"/>
                <a:gd name="connsiteY11" fmla="*/ 95631 h 952500"/>
                <a:gd name="connsiteX12" fmla="*/ 0 w 382566"/>
                <a:gd name="connsiteY12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566" h="952500">
                  <a:moveTo>
                    <a:pt x="0" y="0"/>
                  </a:moveTo>
                  <a:lnTo>
                    <a:pt x="382524" y="0"/>
                  </a:lnTo>
                  <a:lnTo>
                    <a:pt x="382524" y="95631"/>
                  </a:lnTo>
                  <a:lnTo>
                    <a:pt x="248793" y="95631"/>
                  </a:lnTo>
                  <a:lnTo>
                    <a:pt x="248793" y="856869"/>
                  </a:lnTo>
                  <a:cubicBezTo>
                    <a:pt x="293370" y="856869"/>
                    <a:pt x="337947" y="856869"/>
                    <a:pt x="382524" y="856869"/>
                  </a:cubicBezTo>
                  <a:cubicBezTo>
                    <a:pt x="382524" y="888682"/>
                    <a:pt x="382619" y="920591"/>
                    <a:pt x="382524" y="952500"/>
                  </a:cubicBezTo>
                  <a:lnTo>
                    <a:pt x="0" y="952500"/>
                  </a:lnTo>
                  <a:cubicBezTo>
                    <a:pt x="0" y="920591"/>
                    <a:pt x="0" y="888682"/>
                    <a:pt x="0" y="856869"/>
                  </a:cubicBezTo>
                  <a:cubicBezTo>
                    <a:pt x="44577" y="856869"/>
                    <a:pt x="89154" y="856869"/>
                    <a:pt x="133731" y="856869"/>
                  </a:cubicBezTo>
                  <a:lnTo>
                    <a:pt x="133731" y="95631"/>
                  </a:lnTo>
                  <a:lnTo>
                    <a:pt x="0" y="95631"/>
                  </a:lnTo>
                  <a:cubicBezTo>
                    <a:pt x="0" y="63722"/>
                    <a:pt x="0" y="3190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B4E91B9-0A97-3141-A66A-E824B4E354B8}"/>
                </a:ext>
              </a:extLst>
            </p:cNvPr>
            <p:cNvSpPr/>
            <p:nvPr/>
          </p:nvSpPr>
          <p:spPr>
            <a:xfrm>
              <a:off x="7188676" y="8629948"/>
              <a:ext cx="678881" cy="952722"/>
            </a:xfrm>
            <a:custGeom>
              <a:avLst/>
              <a:gdLst>
                <a:gd name="connsiteX0" fmla="*/ 0 w 678881"/>
                <a:gd name="connsiteY0" fmla="*/ 83 h 952722"/>
                <a:gd name="connsiteX1" fmla="*/ 409956 w 678881"/>
                <a:gd name="connsiteY1" fmla="*/ 464 h 952722"/>
                <a:gd name="connsiteX2" fmla="*/ 622554 w 678881"/>
                <a:gd name="connsiteY2" fmla="*/ 130575 h 952722"/>
                <a:gd name="connsiteX3" fmla="*/ 607886 w 678881"/>
                <a:gd name="connsiteY3" fmla="*/ 378130 h 952722"/>
                <a:gd name="connsiteX4" fmla="*/ 486347 w 678881"/>
                <a:gd name="connsiteY4" fmla="*/ 452711 h 952722"/>
                <a:gd name="connsiteX5" fmla="*/ 662940 w 678881"/>
                <a:gd name="connsiteY5" fmla="*/ 585394 h 952722"/>
                <a:gd name="connsiteX6" fmla="*/ 543878 w 678881"/>
                <a:gd name="connsiteY6" fmla="*/ 925246 h 952722"/>
                <a:gd name="connsiteX7" fmla="*/ 428530 w 678881"/>
                <a:gd name="connsiteY7" fmla="*/ 952678 h 952722"/>
                <a:gd name="connsiteX8" fmla="*/ 0 w 678881"/>
                <a:gd name="connsiteY8" fmla="*/ 952583 h 952722"/>
                <a:gd name="connsiteX9" fmla="*/ 0 w 678881"/>
                <a:gd name="connsiteY9" fmla="*/ 83 h 952722"/>
                <a:gd name="connsiteX10" fmla="*/ 115062 w 678881"/>
                <a:gd name="connsiteY10" fmla="*/ 101238 h 952722"/>
                <a:gd name="connsiteX11" fmla="*/ 115062 w 678881"/>
                <a:gd name="connsiteY11" fmla="*/ 412039 h 952722"/>
                <a:gd name="connsiteX12" fmla="*/ 400050 w 678881"/>
                <a:gd name="connsiteY12" fmla="*/ 410896 h 952722"/>
                <a:gd name="connsiteX13" fmla="*/ 519398 w 678881"/>
                <a:gd name="connsiteY13" fmla="*/ 313646 h 952722"/>
                <a:gd name="connsiteX14" fmla="*/ 513969 w 678881"/>
                <a:gd name="connsiteY14" fmla="*/ 180391 h 952722"/>
                <a:gd name="connsiteX15" fmla="*/ 389858 w 678881"/>
                <a:gd name="connsiteY15" fmla="*/ 101715 h 952722"/>
                <a:gd name="connsiteX16" fmla="*/ 115062 w 678881"/>
                <a:gd name="connsiteY16" fmla="*/ 101238 h 952722"/>
                <a:gd name="connsiteX17" fmla="*/ 115062 w 678881"/>
                <a:gd name="connsiteY17" fmla="*/ 510432 h 952722"/>
                <a:gd name="connsiteX18" fmla="*/ 115062 w 678881"/>
                <a:gd name="connsiteY18" fmla="*/ 851427 h 952722"/>
                <a:gd name="connsiteX19" fmla="*/ 400526 w 678881"/>
                <a:gd name="connsiteY19" fmla="*/ 851332 h 952722"/>
                <a:gd name="connsiteX20" fmla="*/ 520637 w 678881"/>
                <a:gd name="connsiteY20" fmla="*/ 805993 h 952722"/>
                <a:gd name="connsiteX21" fmla="*/ 555498 w 678881"/>
                <a:gd name="connsiteY21" fmla="*/ 705314 h 952722"/>
                <a:gd name="connsiteX22" fmla="*/ 529304 w 678881"/>
                <a:gd name="connsiteY22" fmla="*/ 566535 h 952722"/>
                <a:gd name="connsiteX23" fmla="*/ 400241 w 678881"/>
                <a:gd name="connsiteY23" fmla="*/ 510623 h 952722"/>
                <a:gd name="connsiteX24" fmla="*/ 115062 w 678881"/>
                <a:gd name="connsiteY24" fmla="*/ 510432 h 9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8881" h="952722">
                  <a:moveTo>
                    <a:pt x="0" y="83"/>
                  </a:moveTo>
                  <a:cubicBezTo>
                    <a:pt x="136684" y="369"/>
                    <a:pt x="273272" y="-489"/>
                    <a:pt x="409956" y="464"/>
                  </a:cubicBezTo>
                  <a:cubicBezTo>
                    <a:pt x="497015" y="1893"/>
                    <a:pt x="586931" y="48279"/>
                    <a:pt x="622554" y="130575"/>
                  </a:cubicBezTo>
                  <a:cubicBezTo>
                    <a:pt x="655701" y="208490"/>
                    <a:pt x="657416" y="306693"/>
                    <a:pt x="607886" y="378130"/>
                  </a:cubicBezTo>
                  <a:cubicBezTo>
                    <a:pt x="580073" y="419850"/>
                    <a:pt x="532067" y="438328"/>
                    <a:pt x="486347" y="452711"/>
                  </a:cubicBezTo>
                  <a:cubicBezTo>
                    <a:pt x="563213" y="461950"/>
                    <a:pt x="636365" y="510909"/>
                    <a:pt x="662940" y="585394"/>
                  </a:cubicBezTo>
                  <a:cubicBezTo>
                    <a:pt x="705898" y="706743"/>
                    <a:pt x="660654" y="862191"/>
                    <a:pt x="543878" y="925246"/>
                  </a:cubicBezTo>
                  <a:cubicBezTo>
                    <a:pt x="508730" y="944391"/>
                    <a:pt x="468440" y="953440"/>
                    <a:pt x="428530" y="952678"/>
                  </a:cubicBezTo>
                  <a:cubicBezTo>
                    <a:pt x="285655" y="952488"/>
                    <a:pt x="142875" y="952583"/>
                    <a:pt x="0" y="952583"/>
                  </a:cubicBezTo>
                  <a:lnTo>
                    <a:pt x="0" y="83"/>
                  </a:lnTo>
                  <a:moveTo>
                    <a:pt x="115062" y="101238"/>
                  </a:moveTo>
                  <a:lnTo>
                    <a:pt x="115062" y="412039"/>
                  </a:lnTo>
                  <a:cubicBezTo>
                    <a:pt x="210026" y="411277"/>
                    <a:pt x="305086" y="413658"/>
                    <a:pt x="400050" y="410896"/>
                  </a:cubicBezTo>
                  <a:cubicBezTo>
                    <a:pt x="455486" y="408896"/>
                    <a:pt x="510540" y="370605"/>
                    <a:pt x="519398" y="313646"/>
                  </a:cubicBezTo>
                  <a:cubicBezTo>
                    <a:pt x="523875" y="269640"/>
                    <a:pt x="527495" y="223158"/>
                    <a:pt x="513969" y="180391"/>
                  </a:cubicBezTo>
                  <a:cubicBezTo>
                    <a:pt x="496919" y="128956"/>
                    <a:pt x="441293" y="102000"/>
                    <a:pt x="389858" y="101715"/>
                  </a:cubicBezTo>
                  <a:cubicBezTo>
                    <a:pt x="298228" y="100572"/>
                    <a:pt x="206693" y="101715"/>
                    <a:pt x="115062" y="101238"/>
                  </a:cubicBezTo>
                  <a:moveTo>
                    <a:pt x="115062" y="510432"/>
                  </a:moveTo>
                  <a:lnTo>
                    <a:pt x="115062" y="851427"/>
                  </a:lnTo>
                  <a:cubicBezTo>
                    <a:pt x="210217" y="851332"/>
                    <a:pt x="305372" y="851523"/>
                    <a:pt x="400526" y="851332"/>
                  </a:cubicBezTo>
                  <a:cubicBezTo>
                    <a:pt x="443960" y="851046"/>
                    <a:pt x="490538" y="839235"/>
                    <a:pt x="520637" y="805993"/>
                  </a:cubicBezTo>
                  <a:cubicBezTo>
                    <a:pt x="545878" y="779133"/>
                    <a:pt x="555212" y="741318"/>
                    <a:pt x="555498" y="705314"/>
                  </a:cubicBezTo>
                  <a:cubicBezTo>
                    <a:pt x="556355" y="658356"/>
                    <a:pt x="558832" y="606349"/>
                    <a:pt x="529304" y="566535"/>
                  </a:cubicBezTo>
                  <a:cubicBezTo>
                    <a:pt x="500348" y="525768"/>
                    <a:pt x="448056" y="510718"/>
                    <a:pt x="400241" y="510623"/>
                  </a:cubicBezTo>
                  <a:cubicBezTo>
                    <a:pt x="305181" y="510147"/>
                    <a:pt x="210122" y="510623"/>
                    <a:pt x="115062" y="510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C6552B-CC29-F330-6668-3C653EA3A00C}"/>
                </a:ext>
              </a:extLst>
            </p:cNvPr>
            <p:cNvSpPr/>
            <p:nvPr/>
          </p:nvSpPr>
          <p:spPr>
            <a:xfrm>
              <a:off x="8079644" y="8629935"/>
              <a:ext cx="854868" cy="952499"/>
            </a:xfrm>
            <a:custGeom>
              <a:avLst/>
              <a:gdLst>
                <a:gd name="connsiteX0" fmla="*/ 0 w 854868"/>
                <a:gd name="connsiteY0" fmla="*/ 95 h 952499"/>
                <a:gd name="connsiteX1" fmla="*/ 153734 w 854868"/>
                <a:gd name="connsiteY1" fmla="*/ 95 h 952499"/>
                <a:gd name="connsiteX2" fmla="*/ 430530 w 854868"/>
                <a:gd name="connsiteY2" fmla="*/ 516827 h 952499"/>
                <a:gd name="connsiteX3" fmla="*/ 706946 w 854868"/>
                <a:gd name="connsiteY3" fmla="*/ 0 h 952499"/>
                <a:gd name="connsiteX4" fmla="*/ 854869 w 854868"/>
                <a:gd name="connsiteY4" fmla="*/ 0 h 952499"/>
                <a:gd name="connsiteX5" fmla="*/ 854869 w 854868"/>
                <a:gd name="connsiteY5" fmla="*/ 952500 h 952499"/>
                <a:gd name="connsiteX6" fmla="*/ 742569 w 854868"/>
                <a:gd name="connsiteY6" fmla="*/ 952500 h 952499"/>
                <a:gd name="connsiteX7" fmla="*/ 741521 w 854868"/>
                <a:gd name="connsiteY7" fmla="*/ 146780 h 952499"/>
                <a:gd name="connsiteX8" fmla="*/ 707422 w 854868"/>
                <a:gd name="connsiteY8" fmla="*/ 207074 h 952499"/>
                <a:gd name="connsiteX9" fmla="*/ 427577 w 854868"/>
                <a:gd name="connsiteY9" fmla="*/ 725138 h 952499"/>
                <a:gd name="connsiteX10" fmla="*/ 193262 w 854868"/>
                <a:gd name="connsiteY10" fmla="*/ 297752 h 952499"/>
                <a:gd name="connsiteX11" fmla="*/ 113348 w 854868"/>
                <a:gd name="connsiteY11" fmla="*/ 146209 h 952499"/>
                <a:gd name="connsiteX12" fmla="*/ 112300 w 854868"/>
                <a:gd name="connsiteY12" fmla="*/ 952500 h 952499"/>
                <a:gd name="connsiteX13" fmla="*/ 0 w 854868"/>
                <a:gd name="connsiteY13" fmla="*/ 952500 h 952499"/>
                <a:gd name="connsiteX14" fmla="*/ 0 w 854868"/>
                <a:gd name="connsiteY14" fmla="*/ 95 h 95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868" h="952499">
                  <a:moveTo>
                    <a:pt x="0" y="95"/>
                  </a:moveTo>
                  <a:cubicBezTo>
                    <a:pt x="51245" y="95"/>
                    <a:pt x="102489" y="95"/>
                    <a:pt x="153734" y="95"/>
                  </a:cubicBezTo>
                  <a:cubicBezTo>
                    <a:pt x="246221" y="172212"/>
                    <a:pt x="335090" y="346424"/>
                    <a:pt x="430530" y="516827"/>
                  </a:cubicBezTo>
                  <a:cubicBezTo>
                    <a:pt x="522923" y="344615"/>
                    <a:pt x="614744" y="172212"/>
                    <a:pt x="706946" y="0"/>
                  </a:cubicBezTo>
                  <a:lnTo>
                    <a:pt x="854869" y="0"/>
                  </a:lnTo>
                  <a:lnTo>
                    <a:pt x="854869" y="952500"/>
                  </a:lnTo>
                  <a:lnTo>
                    <a:pt x="742569" y="952500"/>
                  </a:lnTo>
                  <a:cubicBezTo>
                    <a:pt x="741902" y="683895"/>
                    <a:pt x="743998" y="415290"/>
                    <a:pt x="741521" y="146780"/>
                  </a:cubicBezTo>
                  <a:cubicBezTo>
                    <a:pt x="726948" y="164973"/>
                    <a:pt x="717613" y="186404"/>
                    <a:pt x="707422" y="207074"/>
                  </a:cubicBezTo>
                  <a:cubicBezTo>
                    <a:pt x="619982" y="382810"/>
                    <a:pt x="520541" y="552260"/>
                    <a:pt x="427577" y="725138"/>
                  </a:cubicBezTo>
                  <a:cubicBezTo>
                    <a:pt x="349472" y="582644"/>
                    <a:pt x="270510" y="440722"/>
                    <a:pt x="193262" y="297752"/>
                  </a:cubicBezTo>
                  <a:cubicBezTo>
                    <a:pt x="165830" y="247650"/>
                    <a:pt x="145161" y="193739"/>
                    <a:pt x="113348" y="146209"/>
                  </a:cubicBezTo>
                  <a:cubicBezTo>
                    <a:pt x="110966" y="415004"/>
                    <a:pt x="112967" y="683705"/>
                    <a:pt x="112300" y="952500"/>
                  </a:cubicBezTo>
                  <a:lnTo>
                    <a:pt x="0" y="952500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266CF2-A3CF-C8D9-7BB9-06D2E42E9729}"/>
                </a:ext>
              </a:extLst>
            </p:cNvPr>
            <p:cNvSpPr/>
            <p:nvPr/>
          </p:nvSpPr>
          <p:spPr>
            <a:xfrm>
              <a:off x="9365138" y="8630030"/>
              <a:ext cx="723900" cy="952500"/>
            </a:xfrm>
            <a:custGeom>
              <a:avLst/>
              <a:gdLst>
                <a:gd name="connsiteX0" fmla="*/ 0 w 723900"/>
                <a:gd name="connsiteY0" fmla="*/ 0 h 952500"/>
                <a:gd name="connsiteX1" fmla="*/ 723900 w 723900"/>
                <a:gd name="connsiteY1" fmla="*/ 0 h 952500"/>
                <a:gd name="connsiteX2" fmla="*/ 723900 w 723900"/>
                <a:gd name="connsiteY2" fmla="*/ 184595 h 952500"/>
                <a:gd name="connsiteX3" fmla="*/ 465963 w 723900"/>
                <a:gd name="connsiteY3" fmla="*/ 184499 h 952500"/>
                <a:gd name="connsiteX4" fmla="*/ 465963 w 723900"/>
                <a:gd name="connsiteY4" fmla="*/ 952500 h 952500"/>
                <a:gd name="connsiteX5" fmla="*/ 257937 w 723900"/>
                <a:gd name="connsiteY5" fmla="*/ 952500 h 952500"/>
                <a:gd name="connsiteX6" fmla="*/ 257937 w 723900"/>
                <a:gd name="connsiteY6" fmla="*/ 184595 h 952500"/>
                <a:gd name="connsiteX7" fmla="*/ 0 w 723900"/>
                <a:gd name="connsiteY7" fmla="*/ 184595 h 952500"/>
                <a:gd name="connsiteX8" fmla="*/ 0 w 723900"/>
                <a:gd name="connsiteY8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900" h="952500">
                  <a:moveTo>
                    <a:pt x="0" y="0"/>
                  </a:moveTo>
                  <a:lnTo>
                    <a:pt x="723900" y="0"/>
                  </a:lnTo>
                  <a:lnTo>
                    <a:pt x="723900" y="184595"/>
                  </a:lnTo>
                  <a:cubicBezTo>
                    <a:pt x="637889" y="184595"/>
                    <a:pt x="551879" y="184595"/>
                    <a:pt x="465963" y="184499"/>
                  </a:cubicBezTo>
                  <a:cubicBezTo>
                    <a:pt x="465868" y="440531"/>
                    <a:pt x="465963" y="696468"/>
                    <a:pt x="465963" y="952500"/>
                  </a:cubicBezTo>
                  <a:lnTo>
                    <a:pt x="257937" y="952500"/>
                  </a:lnTo>
                  <a:lnTo>
                    <a:pt x="257937" y="184595"/>
                  </a:lnTo>
                  <a:cubicBezTo>
                    <a:pt x="172021" y="184499"/>
                    <a:pt x="86011" y="184595"/>
                    <a:pt x="0" y="1845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944B8FF-4796-89E0-ECF1-D2DAE08721F7}"/>
                </a:ext>
              </a:extLst>
            </p:cNvPr>
            <p:cNvSpPr/>
            <p:nvPr/>
          </p:nvSpPr>
          <p:spPr>
            <a:xfrm>
              <a:off x="12344082" y="8630030"/>
              <a:ext cx="875252" cy="952622"/>
            </a:xfrm>
            <a:custGeom>
              <a:avLst/>
              <a:gdLst>
                <a:gd name="connsiteX0" fmla="*/ 14954 w 875252"/>
                <a:gd name="connsiteY0" fmla="*/ 0 h 952622"/>
                <a:gd name="connsiteX1" fmla="*/ 257080 w 875252"/>
                <a:gd name="connsiteY1" fmla="*/ 0 h 952622"/>
                <a:gd name="connsiteX2" fmla="*/ 444627 w 875252"/>
                <a:gd name="connsiteY2" fmla="*/ 324612 h 952622"/>
                <a:gd name="connsiteX3" fmla="*/ 634555 w 875252"/>
                <a:gd name="connsiteY3" fmla="*/ 95 h 952622"/>
                <a:gd name="connsiteX4" fmla="*/ 858869 w 875252"/>
                <a:gd name="connsiteY4" fmla="*/ 95 h 952622"/>
                <a:gd name="connsiteX5" fmla="*/ 565499 w 875252"/>
                <a:gd name="connsiteY5" fmla="*/ 464058 h 952622"/>
                <a:gd name="connsiteX6" fmla="*/ 875252 w 875252"/>
                <a:gd name="connsiteY6" fmla="*/ 952595 h 952622"/>
                <a:gd name="connsiteX7" fmla="*/ 634555 w 875252"/>
                <a:gd name="connsiteY7" fmla="*/ 952595 h 952622"/>
                <a:gd name="connsiteX8" fmla="*/ 426625 w 875252"/>
                <a:gd name="connsiteY8" fmla="*/ 599504 h 952622"/>
                <a:gd name="connsiteX9" fmla="*/ 224314 w 875252"/>
                <a:gd name="connsiteY9" fmla="*/ 952595 h 952622"/>
                <a:gd name="connsiteX10" fmla="*/ 0 w 875252"/>
                <a:gd name="connsiteY10" fmla="*/ 952595 h 952622"/>
                <a:gd name="connsiteX11" fmla="*/ 305562 w 875252"/>
                <a:gd name="connsiteY11" fmla="*/ 459867 h 952622"/>
                <a:gd name="connsiteX12" fmla="*/ 14954 w 875252"/>
                <a:gd name="connsiteY12" fmla="*/ 95 h 952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252" h="952622">
                  <a:moveTo>
                    <a:pt x="14954" y="0"/>
                  </a:moveTo>
                  <a:cubicBezTo>
                    <a:pt x="95631" y="0"/>
                    <a:pt x="176308" y="0"/>
                    <a:pt x="257080" y="0"/>
                  </a:cubicBezTo>
                  <a:cubicBezTo>
                    <a:pt x="319754" y="108109"/>
                    <a:pt x="381381" y="216789"/>
                    <a:pt x="444627" y="324612"/>
                  </a:cubicBezTo>
                  <a:cubicBezTo>
                    <a:pt x="508064" y="216503"/>
                    <a:pt x="571119" y="108204"/>
                    <a:pt x="634555" y="95"/>
                  </a:cubicBezTo>
                  <a:lnTo>
                    <a:pt x="858869" y="95"/>
                  </a:lnTo>
                  <a:cubicBezTo>
                    <a:pt x="761143" y="154781"/>
                    <a:pt x="663321" y="309372"/>
                    <a:pt x="565499" y="464058"/>
                  </a:cubicBezTo>
                  <a:cubicBezTo>
                    <a:pt x="668750" y="626840"/>
                    <a:pt x="772001" y="789718"/>
                    <a:pt x="875252" y="952595"/>
                  </a:cubicBezTo>
                  <a:cubicBezTo>
                    <a:pt x="795052" y="952691"/>
                    <a:pt x="714756" y="952500"/>
                    <a:pt x="634555" y="952595"/>
                  </a:cubicBezTo>
                  <a:cubicBezTo>
                    <a:pt x="565118" y="834962"/>
                    <a:pt x="496538" y="716852"/>
                    <a:pt x="426625" y="599504"/>
                  </a:cubicBezTo>
                  <a:cubicBezTo>
                    <a:pt x="358807" y="716947"/>
                    <a:pt x="291846" y="834962"/>
                    <a:pt x="224314" y="952595"/>
                  </a:cubicBezTo>
                  <a:lnTo>
                    <a:pt x="0" y="952595"/>
                  </a:lnTo>
                  <a:cubicBezTo>
                    <a:pt x="101822" y="788289"/>
                    <a:pt x="203740" y="624173"/>
                    <a:pt x="305562" y="459867"/>
                  </a:cubicBezTo>
                  <a:cubicBezTo>
                    <a:pt x="208693" y="306705"/>
                    <a:pt x="111823" y="153353"/>
                    <a:pt x="14954" y="9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2DF0011-F527-8047-800F-7E155446FCD6}"/>
                </a:ext>
              </a:extLst>
            </p:cNvPr>
            <p:cNvSpPr/>
            <p:nvPr/>
          </p:nvSpPr>
          <p:spPr>
            <a:xfrm>
              <a:off x="16351421" y="8727139"/>
              <a:ext cx="728351" cy="1144977"/>
            </a:xfrm>
            <a:custGeom>
              <a:avLst/>
              <a:gdLst>
                <a:gd name="connsiteX0" fmla="*/ 509416 w 728351"/>
                <a:gd name="connsiteY0" fmla="*/ 14429 h 1144977"/>
                <a:gd name="connsiteX1" fmla="*/ 685629 w 728351"/>
                <a:gd name="connsiteY1" fmla="*/ 904 h 1144977"/>
                <a:gd name="connsiteX2" fmla="*/ 685724 w 728351"/>
                <a:gd name="connsiteY2" fmla="*/ 151304 h 1144977"/>
                <a:gd name="connsiteX3" fmla="*/ 522275 w 728351"/>
                <a:gd name="connsiteY3" fmla="*/ 152542 h 1144977"/>
                <a:gd name="connsiteX4" fmla="*/ 628097 w 728351"/>
                <a:gd name="connsiteY4" fmla="*/ 257031 h 1144977"/>
                <a:gd name="connsiteX5" fmla="*/ 595141 w 728351"/>
                <a:gd name="connsiteY5" fmla="*/ 517730 h 1144977"/>
                <a:gd name="connsiteX6" fmla="*/ 424834 w 728351"/>
                <a:gd name="connsiteY6" fmla="*/ 596312 h 1144977"/>
                <a:gd name="connsiteX7" fmla="*/ 215093 w 728351"/>
                <a:gd name="connsiteY7" fmla="*/ 586406 h 1144977"/>
                <a:gd name="connsiteX8" fmla="*/ 207664 w 728351"/>
                <a:gd name="connsiteY8" fmla="*/ 685561 h 1144977"/>
                <a:gd name="connsiteX9" fmla="*/ 352254 w 728351"/>
                <a:gd name="connsiteY9" fmla="*/ 698229 h 1144977"/>
                <a:gd name="connsiteX10" fmla="*/ 619430 w 728351"/>
                <a:gd name="connsiteY10" fmla="*/ 722327 h 1144977"/>
                <a:gd name="connsiteX11" fmla="*/ 722490 w 728351"/>
                <a:gd name="connsiteY11" fmla="*/ 848248 h 1144977"/>
                <a:gd name="connsiteX12" fmla="*/ 671818 w 728351"/>
                <a:gd name="connsiteY12" fmla="*/ 1060560 h 1144977"/>
                <a:gd name="connsiteX13" fmla="*/ 458933 w 728351"/>
                <a:gd name="connsiteY13" fmla="*/ 1139237 h 1144977"/>
                <a:gd name="connsiteX14" fmla="*/ 192615 w 728351"/>
                <a:gd name="connsiteY14" fmla="*/ 1135141 h 1144977"/>
                <a:gd name="connsiteX15" fmla="*/ 44406 w 728351"/>
                <a:gd name="connsiteY15" fmla="*/ 1078372 h 1144977"/>
                <a:gd name="connsiteX16" fmla="*/ 53168 w 728351"/>
                <a:gd name="connsiteY16" fmla="*/ 870060 h 1144977"/>
                <a:gd name="connsiteX17" fmla="*/ 132893 w 728351"/>
                <a:gd name="connsiteY17" fmla="*/ 840533 h 1144977"/>
                <a:gd name="connsiteX18" fmla="*/ 133845 w 728351"/>
                <a:gd name="connsiteY18" fmla="*/ 828817 h 1144977"/>
                <a:gd name="connsiteX19" fmla="*/ 74886 w 728351"/>
                <a:gd name="connsiteY19" fmla="*/ 800909 h 1144977"/>
                <a:gd name="connsiteX20" fmla="*/ 62407 w 728351"/>
                <a:gd name="connsiteY20" fmla="*/ 623458 h 1144977"/>
                <a:gd name="connsiteX21" fmla="*/ 167373 w 728351"/>
                <a:gd name="connsiteY21" fmla="*/ 571451 h 1144977"/>
                <a:gd name="connsiteX22" fmla="*/ 48883 w 728351"/>
                <a:gd name="connsiteY22" fmla="*/ 446293 h 1144977"/>
                <a:gd name="connsiteX23" fmla="*/ 89078 w 728351"/>
                <a:gd name="connsiteY23" fmla="*/ 211311 h 1144977"/>
                <a:gd name="connsiteX24" fmla="*/ 259099 w 728351"/>
                <a:gd name="connsiteY24" fmla="*/ 128444 h 1144977"/>
                <a:gd name="connsiteX25" fmla="*/ 463982 w 728351"/>
                <a:gd name="connsiteY25" fmla="*/ 135397 h 1144977"/>
                <a:gd name="connsiteX26" fmla="*/ 509416 w 728351"/>
                <a:gd name="connsiteY26" fmla="*/ 14429 h 1144977"/>
                <a:gd name="connsiteX27" fmla="*/ 299866 w 728351"/>
                <a:gd name="connsiteY27" fmla="*/ 260841 h 1144977"/>
                <a:gd name="connsiteX28" fmla="*/ 226714 w 728351"/>
                <a:gd name="connsiteY28" fmla="*/ 331612 h 1144977"/>
                <a:gd name="connsiteX29" fmla="*/ 251860 w 728351"/>
                <a:gd name="connsiteY29" fmla="*/ 441245 h 1144977"/>
                <a:gd name="connsiteX30" fmla="*/ 381210 w 728351"/>
                <a:gd name="connsiteY30" fmla="*/ 465724 h 1144977"/>
                <a:gd name="connsiteX31" fmla="*/ 458838 w 728351"/>
                <a:gd name="connsiteY31" fmla="*/ 397906 h 1144977"/>
                <a:gd name="connsiteX32" fmla="*/ 431216 w 728351"/>
                <a:gd name="connsiteY32" fmla="*/ 281320 h 1144977"/>
                <a:gd name="connsiteX33" fmla="*/ 299866 w 728351"/>
                <a:gd name="connsiteY33" fmla="*/ 260841 h 1144977"/>
                <a:gd name="connsiteX34" fmla="*/ 182613 w 728351"/>
                <a:gd name="connsiteY34" fmla="*/ 987218 h 1144977"/>
                <a:gd name="connsiteX35" fmla="*/ 343872 w 728351"/>
                <a:gd name="connsiteY35" fmla="*/ 1010554 h 1144977"/>
                <a:gd name="connsiteX36" fmla="*/ 507321 w 728351"/>
                <a:gd name="connsiteY36" fmla="*/ 990170 h 1144977"/>
                <a:gd name="connsiteX37" fmla="*/ 517321 w 728351"/>
                <a:gd name="connsiteY37" fmla="*/ 890158 h 1144977"/>
                <a:gd name="connsiteX38" fmla="*/ 428644 w 728351"/>
                <a:gd name="connsiteY38" fmla="*/ 870536 h 1144977"/>
                <a:gd name="connsiteX39" fmla="*/ 180994 w 728351"/>
                <a:gd name="connsiteY39" fmla="*/ 870155 h 1144977"/>
                <a:gd name="connsiteX40" fmla="*/ 182613 w 728351"/>
                <a:gd name="connsiteY40" fmla="*/ 987218 h 114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28351" h="1144977">
                  <a:moveTo>
                    <a:pt x="509416" y="14429"/>
                  </a:moveTo>
                  <a:cubicBezTo>
                    <a:pt x="564471" y="-10431"/>
                    <a:pt x="627240" y="5381"/>
                    <a:pt x="685629" y="904"/>
                  </a:cubicBezTo>
                  <a:cubicBezTo>
                    <a:pt x="685629" y="51005"/>
                    <a:pt x="685629" y="101202"/>
                    <a:pt x="685724" y="151304"/>
                  </a:cubicBezTo>
                  <a:cubicBezTo>
                    <a:pt x="631146" y="151875"/>
                    <a:pt x="576663" y="150065"/>
                    <a:pt x="522275" y="152542"/>
                  </a:cubicBezTo>
                  <a:cubicBezTo>
                    <a:pt x="564185" y="179498"/>
                    <a:pt x="607809" y="209311"/>
                    <a:pt x="628097" y="257031"/>
                  </a:cubicBezTo>
                  <a:cubicBezTo>
                    <a:pt x="665245" y="340280"/>
                    <a:pt x="658673" y="448769"/>
                    <a:pt x="595141" y="517730"/>
                  </a:cubicBezTo>
                  <a:cubicBezTo>
                    <a:pt x="551136" y="564879"/>
                    <a:pt x="487223" y="587168"/>
                    <a:pt x="424834" y="596312"/>
                  </a:cubicBezTo>
                  <a:cubicBezTo>
                    <a:pt x="355112" y="605551"/>
                    <a:pt x="283388" y="603932"/>
                    <a:pt x="215093" y="586406"/>
                  </a:cubicBezTo>
                  <a:cubicBezTo>
                    <a:pt x="183757" y="608123"/>
                    <a:pt x="170231" y="663177"/>
                    <a:pt x="207664" y="685561"/>
                  </a:cubicBezTo>
                  <a:cubicBezTo>
                    <a:pt x="252527" y="707087"/>
                    <a:pt x="304247" y="695181"/>
                    <a:pt x="352254" y="698229"/>
                  </a:cubicBezTo>
                  <a:cubicBezTo>
                    <a:pt x="441312" y="701277"/>
                    <a:pt x="534848" y="687085"/>
                    <a:pt x="619430" y="722327"/>
                  </a:cubicBezTo>
                  <a:cubicBezTo>
                    <a:pt x="672484" y="743282"/>
                    <a:pt x="712108" y="792241"/>
                    <a:pt x="722490" y="848248"/>
                  </a:cubicBezTo>
                  <a:cubicBezTo>
                    <a:pt x="736301" y="921019"/>
                    <a:pt x="728110" y="1006744"/>
                    <a:pt x="671818" y="1060560"/>
                  </a:cubicBezTo>
                  <a:cubicBezTo>
                    <a:pt x="614857" y="1114281"/>
                    <a:pt x="534086" y="1130283"/>
                    <a:pt x="458933" y="1139237"/>
                  </a:cubicBezTo>
                  <a:cubicBezTo>
                    <a:pt x="370447" y="1147428"/>
                    <a:pt x="280721" y="1147524"/>
                    <a:pt x="192615" y="1135141"/>
                  </a:cubicBezTo>
                  <a:cubicBezTo>
                    <a:pt x="140322" y="1126473"/>
                    <a:pt x="85744" y="1113233"/>
                    <a:pt x="44406" y="1078372"/>
                  </a:cubicBezTo>
                  <a:cubicBezTo>
                    <a:pt x="-17698" y="1026937"/>
                    <a:pt x="-14554" y="915209"/>
                    <a:pt x="53168" y="870060"/>
                  </a:cubicBezTo>
                  <a:cubicBezTo>
                    <a:pt x="76505" y="852820"/>
                    <a:pt x="105461" y="847867"/>
                    <a:pt x="132893" y="840533"/>
                  </a:cubicBezTo>
                  <a:cubicBezTo>
                    <a:pt x="133179" y="837580"/>
                    <a:pt x="133560" y="831674"/>
                    <a:pt x="133845" y="828817"/>
                  </a:cubicBezTo>
                  <a:cubicBezTo>
                    <a:pt x="113747" y="820149"/>
                    <a:pt x="91459" y="815577"/>
                    <a:pt x="74886" y="800909"/>
                  </a:cubicBezTo>
                  <a:cubicBezTo>
                    <a:pt x="22880" y="759475"/>
                    <a:pt x="13259" y="670702"/>
                    <a:pt x="62407" y="623458"/>
                  </a:cubicBezTo>
                  <a:cubicBezTo>
                    <a:pt x="90411" y="594597"/>
                    <a:pt x="130036" y="582786"/>
                    <a:pt x="167373" y="571451"/>
                  </a:cubicBezTo>
                  <a:cubicBezTo>
                    <a:pt x="114129" y="546401"/>
                    <a:pt x="66980" y="503538"/>
                    <a:pt x="48883" y="446293"/>
                  </a:cubicBezTo>
                  <a:cubicBezTo>
                    <a:pt x="23546" y="368283"/>
                    <a:pt x="33357" y="274271"/>
                    <a:pt x="89078" y="211311"/>
                  </a:cubicBezTo>
                  <a:cubicBezTo>
                    <a:pt x="132036" y="162448"/>
                    <a:pt x="196043" y="138159"/>
                    <a:pt x="259099" y="128444"/>
                  </a:cubicBezTo>
                  <a:cubicBezTo>
                    <a:pt x="327012" y="118728"/>
                    <a:pt x="396925" y="119871"/>
                    <a:pt x="463982" y="135397"/>
                  </a:cubicBezTo>
                  <a:cubicBezTo>
                    <a:pt x="462457" y="91963"/>
                    <a:pt x="465697" y="37289"/>
                    <a:pt x="509416" y="14429"/>
                  </a:cubicBezTo>
                  <a:moveTo>
                    <a:pt x="299866" y="260841"/>
                  </a:moveTo>
                  <a:cubicBezTo>
                    <a:pt x="264243" y="267223"/>
                    <a:pt x="231476" y="294464"/>
                    <a:pt x="226714" y="331612"/>
                  </a:cubicBezTo>
                  <a:cubicBezTo>
                    <a:pt x="221476" y="368855"/>
                    <a:pt x="221571" y="413908"/>
                    <a:pt x="251860" y="441245"/>
                  </a:cubicBezTo>
                  <a:cubicBezTo>
                    <a:pt x="286817" y="471534"/>
                    <a:pt x="337585" y="472201"/>
                    <a:pt x="381210" y="465724"/>
                  </a:cubicBezTo>
                  <a:cubicBezTo>
                    <a:pt x="417214" y="460676"/>
                    <a:pt x="452171" y="435339"/>
                    <a:pt x="458838" y="397906"/>
                  </a:cubicBezTo>
                  <a:cubicBezTo>
                    <a:pt x="465315" y="358282"/>
                    <a:pt x="465315" y="308942"/>
                    <a:pt x="431216" y="281320"/>
                  </a:cubicBezTo>
                  <a:cubicBezTo>
                    <a:pt x="394164" y="253221"/>
                    <a:pt x="343586" y="252935"/>
                    <a:pt x="299866" y="260841"/>
                  </a:cubicBezTo>
                  <a:moveTo>
                    <a:pt x="182613" y="987218"/>
                  </a:moveTo>
                  <a:cubicBezTo>
                    <a:pt x="230810" y="1015888"/>
                    <a:pt x="289960" y="1009411"/>
                    <a:pt x="343872" y="1010554"/>
                  </a:cubicBezTo>
                  <a:cubicBezTo>
                    <a:pt x="398354" y="1009411"/>
                    <a:pt x="457124" y="1016078"/>
                    <a:pt x="507321" y="990170"/>
                  </a:cubicBezTo>
                  <a:cubicBezTo>
                    <a:pt x="543135" y="972073"/>
                    <a:pt x="550183" y="914256"/>
                    <a:pt x="517321" y="890158"/>
                  </a:cubicBezTo>
                  <a:cubicBezTo>
                    <a:pt x="491509" y="872346"/>
                    <a:pt x="458744" y="871394"/>
                    <a:pt x="428644" y="870536"/>
                  </a:cubicBezTo>
                  <a:cubicBezTo>
                    <a:pt x="346062" y="870155"/>
                    <a:pt x="263481" y="871013"/>
                    <a:pt x="180994" y="870155"/>
                  </a:cubicBezTo>
                  <a:cubicBezTo>
                    <a:pt x="153467" y="902064"/>
                    <a:pt x="142608" y="960548"/>
                    <a:pt x="182613" y="9872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871B77-82D8-9E96-7FDF-19E07894D012}"/>
                </a:ext>
              </a:extLst>
            </p:cNvPr>
            <p:cNvSpPr/>
            <p:nvPr/>
          </p:nvSpPr>
          <p:spPr>
            <a:xfrm>
              <a:off x="10085832" y="8849421"/>
              <a:ext cx="669369" cy="749856"/>
            </a:xfrm>
            <a:custGeom>
              <a:avLst/>
              <a:gdLst>
                <a:gd name="connsiteX0" fmla="*/ 260667 w 669369"/>
                <a:gd name="connsiteY0" fmla="*/ 6542 h 749856"/>
                <a:gd name="connsiteX1" fmla="*/ 515461 w 669369"/>
                <a:gd name="connsiteY1" fmla="*/ 44071 h 749856"/>
                <a:gd name="connsiteX2" fmla="*/ 650335 w 669369"/>
                <a:gd name="connsiteY2" fmla="*/ 226855 h 749856"/>
                <a:gd name="connsiteX3" fmla="*/ 669099 w 669369"/>
                <a:gd name="connsiteY3" fmla="*/ 426404 h 749856"/>
                <a:gd name="connsiteX4" fmla="*/ 208470 w 669369"/>
                <a:gd name="connsiteY4" fmla="*/ 426404 h 749856"/>
                <a:gd name="connsiteX5" fmla="*/ 248666 w 669369"/>
                <a:gd name="connsiteY5" fmla="*/ 550039 h 749856"/>
                <a:gd name="connsiteX6" fmla="*/ 408590 w 669369"/>
                <a:gd name="connsiteY6" fmla="*/ 587472 h 749856"/>
                <a:gd name="connsiteX7" fmla="*/ 543464 w 669369"/>
                <a:gd name="connsiteY7" fmla="*/ 505081 h 749856"/>
                <a:gd name="connsiteX8" fmla="*/ 645001 w 669369"/>
                <a:gd name="connsiteY8" fmla="*/ 630239 h 749856"/>
                <a:gd name="connsiteX9" fmla="*/ 370110 w 669369"/>
                <a:gd name="connsiteY9" fmla="*/ 749111 h 749856"/>
                <a:gd name="connsiteX10" fmla="*/ 115697 w 669369"/>
                <a:gd name="connsiteY10" fmla="*/ 673673 h 749856"/>
                <a:gd name="connsiteX11" fmla="*/ 2444 w 669369"/>
                <a:gd name="connsiteY11" fmla="*/ 428785 h 749856"/>
                <a:gd name="connsiteX12" fmla="*/ 63881 w 669369"/>
                <a:gd name="connsiteY12" fmla="*/ 132082 h 749856"/>
                <a:gd name="connsiteX13" fmla="*/ 260667 w 669369"/>
                <a:gd name="connsiteY13" fmla="*/ 6542 h 749856"/>
                <a:gd name="connsiteX14" fmla="*/ 236283 w 669369"/>
                <a:gd name="connsiteY14" fmla="*/ 199900 h 749856"/>
                <a:gd name="connsiteX15" fmla="*/ 208375 w 669369"/>
                <a:gd name="connsiteY15" fmla="*/ 307246 h 749856"/>
                <a:gd name="connsiteX16" fmla="*/ 460216 w 669369"/>
                <a:gd name="connsiteY16" fmla="*/ 307246 h 749856"/>
                <a:gd name="connsiteX17" fmla="*/ 429450 w 669369"/>
                <a:gd name="connsiteY17" fmla="*/ 188851 h 749856"/>
                <a:gd name="connsiteX18" fmla="*/ 236283 w 669369"/>
                <a:gd name="connsiteY18" fmla="*/ 199900 h 749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369" h="749856">
                  <a:moveTo>
                    <a:pt x="260667" y="6542"/>
                  </a:moveTo>
                  <a:cubicBezTo>
                    <a:pt x="346297" y="-7650"/>
                    <a:pt x="439261" y="-316"/>
                    <a:pt x="515461" y="44071"/>
                  </a:cubicBezTo>
                  <a:cubicBezTo>
                    <a:pt x="583279" y="83123"/>
                    <a:pt x="629285" y="152465"/>
                    <a:pt x="650335" y="226855"/>
                  </a:cubicBezTo>
                  <a:cubicBezTo>
                    <a:pt x="669956" y="291435"/>
                    <a:pt x="669956" y="359539"/>
                    <a:pt x="669099" y="426404"/>
                  </a:cubicBezTo>
                  <a:cubicBezTo>
                    <a:pt x="515556" y="426404"/>
                    <a:pt x="362013" y="426404"/>
                    <a:pt x="208470" y="426404"/>
                  </a:cubicBezTo>
                  <a:cubicBezTo>
                    <a:pt x="208565" y="470124"/>
                    <a:pt x="215900" y="518035"/>
                    <a:pt x="248666" y="550039"/>
                  </a:cubicBezTo>
                  <a:cubicBezTo>
                    <a:pt x="290004" y="590806"/>
                    <a:pt x="353822" y="596140"/>
                    <a:pt x="408590" y="587472"/>
                  </a:cubicBezTo>
                  <a:cubicBezTo>
                    <a:pt x="462693" y="579090"/>
                    <a:pt x="506603" y="543181"/>
                    <a:pt x="543464" y="505081"/>
                  </a:cubicBezTo>
                  <a:cubicBezTo>
                    <a:pt x="577373" y="546705"/>
                    <a:pt x="610235" y="589282"/>
                    <a:pt x="645001" y="630239"/>
                  </a:cubicBezTo>
                  <a:cubicBezTo>
                    <a:pt x="576993" y="708916"/>
                    <a:pt x="471741" y="744920"/>
                    <a:pt x="370110" y="749111"/>
                  </a:cubicBezTo>
                  <a:cubicBezTo>
                    <a:pt x="280384" y="754159"/>
                    <a:pt x="184848" y="734062"/>
                    <a:pt x="115697" y="673673"/>
                  </a:cubicBezTo>
                  <a:cubicBezTo>
                    <a:pt x="44640" y="613094"/>
                    <a:pt x="10255" y="519844"/>
                    <a:pt x="2444" y="428785"/>
                  </a:cubicBezTo>
                  <a:cubicBezTo>
                    <a:pt x="-6128" y="327249"/>
                    <a:pt x="6350" y="218664"/>
                    <a:pt x="63881" y="132082"/>
                  </a:cubicBezTo>
                  <a:cubicBezTo>
                    <a:pt x="107886" y="64645"/>
                    <a:pt x="181800" y="19972"/>
                    <a:pt x="260667" y="6542"/>
                  </a:cubicBezTo>
                  <a:moveTo>
                    <a:pt x="236283" y="199900"/>
                  </a:moveTo>
                  <a:cubicBezTo>
                    <a:pt x="213804" y="230856"/>
                    <a:pt x="209042" y="270004"/>
                    <a:pt x="208375" y="307246"/>
                  </a:cubicBezTo>
                  <a:lnTo>
                    <a:pt x="460216" y="307246"/>
                  </a:lnTo>
                  <a:cubicBezTo>
                    <a:pt x="459835" y="266289"/>
                    <a:pt x="455930" y="222093"/>
                    <a:pt x="429450" y="188851"/>
                  </a:cubicBezTo>
                  <a:cubicBezTo>
                    <a:pt x="382111" y="129700"/>
                    <a:pt x="278003" y="138273"/>
                    <a:pt x="236283" y="1999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8EB9A85-89C6-1EC3-5478-A8F89D67749A}"/>
                </a:ext>
              </a:extLst>
            </p:cNvPr>
            <p:cNvSpPr/>
            <p:nvPr/>
          </p:nvSpPr>
          <p:spPr>
            <a:xfrm>
              <a:off x="10852675" y="8849297"/>
              <a:ext cx="625965" cy="749878"/>
            </a:xfrm>
            <a:custGeom>
              <a:avLst/>
              <a:gdLst>
                <a:gd name="connsiteX0" fmla="*/ 115044 w 625965"/>
                <a:gd name="connsiteY0" fmla="*/ 72770 h 749878"/>
                <a:gd name="connsiteX1" fmla="*/ 437561 w 625965"/>
                <a:gd name="connsiteY1" fmla="*/ 13810 h 749878"/>
                <a:gd name="connsiteX2" fmla="*/ 621870 w 625965"/>
                <a:gd name="connsiteY2" fmla="*/ 187165 h 749878"/>
                <a:gd name="connsiteX3" fmla="*/ 458230 w 625965"/>
                <a:gd name="connsiteY3" fmla="*/ 258221 h 749878"/>
                <a:gd name="connsiteX4" fmla="*/ 411843 w 625965"/>
                <a:gd name="connsiteY4" fmla="*/ 184117 h 749878"/>
                <a:gd name="connsiteX5" fmla="*/ 233916 w 625965"/>
                <a:gd name="connsiteY5" fmla="*/ 212120 h 749878"/>
                <a:gd name="connsiteX6" fmla="*/ 210771 w 625965"/>
                <a:gd name="connsiteY6" fmla="*/ 371093 h 749878"/>
                <a:gd name="connsiteX7" fmla="*/ 230868 w 625965"/>
                <a:gd name="connsiteY7" fmla="*/ 533684 h 749878"/>
                <a:gd name="connsiteX8" fmla="*/ 439371 w 625965"/>
                <a:gd name="connsiteY8" fmla="*/ 540352 h 749878"/>
                <a:gd name="connsiteX9" fmla="*/ 468708 w 625965"/>
                <a:gd name="connsiteY9" fmla="*/ 483392 h 749878"/>
                <a:gd name="connsiteX10" fmla="*/ 625965 w 625965"/>
                <a:gd name="connsiteY10" fmla="*/ 551782 h 749878"/>
                <a:gd name="connsiteX11" fmla="*/ 521095 w 625965"/>
                <a:gd name="connsiteY11" fmla="*/ 697800 h 749878"/>
                <a:gd name="connsiteX12" fmla="*/ 271921 w 625965"/>
                <a:gd name="connsiteY12" fmla="*/ 745425 h 749878"/>
                <a:gd name="connsiteX13" fmla="*/ 70086 w 625965"/>
                <a:gd name="connsiteY13" fmla="*/ 627696 h 749878"/>
                <a:gd name="connsiteX14" fmla="*/ 1316 w 625965"/>
                <a:gd name="connsiteY14" fmla="*/ 333183 h 749878"/>
                <a:gd name="connsiteX15" fmla="*/ 115044 w 625965"/>
                <a:gd name="connsiteY15" fmla="*/ 72770 h 749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65" h="749878">
                  <a:moveTo>
                    <a:pt x="115044" y="72770"/>
                  </a:moveTo>
                  <a:cubicBezTo>
                    <a:pt x="202770" y="-1430"/>
                    <a:pt x="329357" y="-14479"/>
                    <a:pt x="437561" y="13810"/>
                  </a:cubicBezTo>
                  <a:cubicBezTo>
                    <a:pt x="523476" y="36003"/>
                    <a:pt x="592628" y="104202"/>
                    <a:pt x="621870" y="187165"/>
                  </a:cubicBezTo>
                  <a:cubicBezTo>
                    <a:pt x="567387" y="211073"/>
                    <a:pt x="512713" y="234504"/>
                    <a:pt x="458230" y="258221"/>
                  </a:cubicBezTo>
                  <a:cubicBezTo>
                    <a:pt x="449086" y="230313"/>
                    <a:pt x="436418" y="201738"/>
                    <a:pt x="411843" y="184117"/>
                  </a:cubicBezTo>
                  <a:cubicBezTo>
                    <a:pt x="358503" y="144969"/>
                    <a:pt x="269445" y="152494"/>
                    <a:pt x="233916" y="212120"/>
                  </a:cubicBezTo>
                  <a:cubicBezTo>
                    <a:pt x="204294" y="259650"/>
                    <a:pt x="211342" y="317753"/>
                    <a:pt x="210771" y="371093"/>
                  </a:cubicBezTo>
                  <a:cubicBezTo>
                    <a:pt x="212104" y="425385"/>
                    <a:pt x="203055" y="484059"/>
                    <a:pt x="230868" y="533684"/>
                  </a:cubicBezTo>
                  <a:cubicBezTo>
                    <a:pt x="271350" y="608265"/>
                    <a:pt x="392317" y="607884"/>
                    <a:pt x="439371" y="540352"/>
                  </a:cubicBezTo>
                  <a:cubicBezTo>
                    <a:pt x="452134" y="523112"/>
                    <a:pt x="460135" y="502919"/>
                    <a:pt x="468708" y="483392"/>
                  </a:cubicBezTo>
                  <a:cubicBezTo>
                    <a:pt x="521095" y="506252"/>
                    <a:pt x="573578" y="528922"/>
                    <a:pt x="625965" y="551782"/>
                  </a:cubicBezTo>
                  <a:cubicBezTo>
                    <a:pt x="605106" y="608741"/>
                    <a:pt x="571673" y="662939"/>
                    <a:pt x="521095" y="697800"/>
                  </a:cubicBezTo>
                  <a:cubicBezTo>
                    <a:pt x="449372" y="748092"/>
                    <a:pt x="356598" y="756855"/>
                    <a:pt x="271921" y="745425"/>
                  </a:cubicBezTo>
                  <a:cubicBezTo>
                    <a:pt x="192673" y="734757"/>
                    <a:pt x="116473" y="693800"/>
                    <a:pt x="70086" y="627696"/>
                  </a:cubicBezTo>
                  <a:cubicBezTo>
                    <a:pt x="9603" y="543114"/>
                    <a:pt x="-4876" y="434624"/>
                    <a:pt x="1316" y="333183"/>
                  </a:cubicBezTo>
                  <a:cubicBezTo>
                    <a:pt x="7031" y="237171"/>
                    <a:pt x="39702" y="136778"/>
                    <a:pt x="115044" y="727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D9AA833-AD83-E679-5D6E-186A8D02B00C}"/>
                </a:ext>
              </a:extLst>
            </p:cNvPr>
            <p:cNvSpPr/>
            <p:nvPr/>
          </p:nvSpPr>
          <p:spPr>
            <a:xfrm>
              <a:off x="13262546" y="8849276"/>
              <a:ext cx="625919" cy="749850"/>
            </a:xfrm>
            <a:custGeom>
              <a:avLst/>
              <a:gdLst>
                <a:gd name="connsiteX0" fmla="*/ 114142 w 625919"/>
                <a:gd name="connsiteY0" fmla="*/ 73457 h 749850"/>
                <a:gd name="connsiteX1" fmla="*/ 437897 w 625919"/>
                <a:gd name="connsiteY1" fmla="*/ 13831 h 749850"/>
                <a:gd name="connsiteX2" fmla="*/ 621920 w 625919"/>
                <a:gd name="connsiteY2" fmla="*/ 187281 h 749850"/>
                <a:gd name="connsiteX3" fmla="*/ 458280 w 625919"/>
                <a:gd name="connsiteY3" fmla="*/ 258242 h 749850"/>
                <a:gd name="connsiteX4" fmla="*/ 399225 w 625919"/>
                <a:gd name="connsiteY4" fmla="*/ 175946 h 749850"/>
                <a:gd name="connsiteX5" fmla="*/ 237776 w 625919"/>
                <a:gd name="connsiteY5" fmla="*/ 206426 h 749850"/>
                <a:gd name="connsiteX6" fmla="*/ 210725 w 625919"/>
                <a:gd name="connsiteY6" fmla="*/ 371209 h 749850"/>
                <a:gd name="connsiteX7" fmla="*/ 231013 w 625919"/>
                <a:gd name="connsiteY7" fmla="*/ 534086 h 749850"/>
                <a:gd name="connsiteX8" fmla="*/ 437992 w 625919"/>
                <a:gd name="connsiteY8" fmla="*/ 542278 h 749850"/>
                <a:gd name="connsiteX9" fmla="*/ 468662 w 625919"/>
                <a:gd name="connsiteY9" fmla="*/ 483413 h 749850"/>
                <a:gd name="connsiteX10" fmla="*/ 625920 w 625919"/>
                <a:gd name="connsiteY10" fmla="*/ 551898 h 749850"/>
                <a:gd name="connsiteX11" fmla="*/ 514573 w 625919"/>
                <a:gd name="connsiteY11" fmla="*/ 702203 h 749850"/>
                <a:gd name="connsiteX12" fmla="*/ 265494 w 625919"/>
                <a:gd name="connsiteY12" fmla="*/ 744398 h 749850"/>
                <a:gd name="connsiteX13" fmla="*/ 66422 w 625919"/>
                <a:gd name="connsiteY13" fmla="*/ 622478 h 749850"/>
                <a:gd name="connsiteX14" fmla="*/ 1937 w 625919"/>
                <a:gd name="connsiteY14" fmla="*/ 324441 h 749850"/>
                <a:gd name="connsiteX15" fmla="*/ 114142 w 625919"/>
                <a:gd name="connsiteY15" fmla="*/ 73457 h 74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19" h="749850">
                  <a:moveTo>
                    <a:pt x="114142" y="73457"/>
                  </a:moveTo>
                  <a:cubicBezTo>
                    <a:pt x="201962" y="-1409"/>
                    <a:pt x="329121" y="-14554"/>
                    <a:pt x="437897" y="13831"/>
                  </a:cubicBezTo>
                  <a:cubicBezTo>
                    <a:pt x="523717" y="36215"/>
                    <a:pt x="592582" y="104318"/>
                    <a:pt x="621920" y="187281"/>
                  </a:cubicBezTo>
                  <a:cubicBezTo>
                    <a:pt x="567341" y="210998"/>
                    <a:pt x="512763" y="234525"/>
                    <a:pt x="458280" y="258242"/>
                  </a:cubicBezTo>
                  <a:cubicBezTo>
                    <a:pt x="448184" y="225476"/>
                    <a:pt x="430753" y="192425"/>
                    <a:pt x="399225" y="175946"/>
                  </a:cubicBezTo>
                  <a:cubicBezTo>
                    <a:pt x="347599" y="148133"/>
                    <a:pt x="272447" y="155658"/>
                    <a:pt x="237776" y="206426"/>
                  </a:cubicBezTo>
                  <a:cubicBezTo>
                    <a:pt x="203772" y="254432"/>
                    <a:pt x="211202" y="315869"/>
                    <a:pt x="210725" y="371209"/>
                  </a:cubicBezTo>
                  <a:cubicBezTo>
                    <a:pt x="212059" y="425692"/>
                    <a:pt x="203105" y="484366"/>
                    <a:pt x="231013" y="534086"/>
                  </a:cubicBezTo>
                  <a:cubicBezTo>
                    <a:pt x="271304" y="607524"/>
                    <a:pt x="390081" y="607905"/>
                    <a:pt x="437992" y="542278"/>
                  </a:cubicBezTo>
                  <a:cubicBezTo>
                    <a:pt x="451422" y="524561"/>
                    <a:pt x="459899" y="503702"/>
                    <a:pt x="468662" y="483413"/>
                  </a:cubicBezTo>
                  <a:cubicBezTo>
                    <a:pt x="521050" y="506178"/>
                    <a:pt x="573532" y="528943"/>
                    <a:pt x="625920" y="551898"/>
                  </a:cubicBezTo>
                  <a:cubicBezTo>
                    <a:pt x="604298" y="611144"/>
                    <a:pt x="568579" y="667532"/>
                    <a:pt x="514573" y="702203"/>
                  </a:cubicBezTo>
                  <a:cubicBezTo>
                    <a:pt x="441706" y="749732"/>
                    <a:pt x="349600" y="756971"/>
                    <a:pt x="265494" y="744398"/>
                  </a:cubicBezTo>
                  <a:cubicBezTo>
                    <a:pt x="186341" y="732492"/>
                    <a:pt x="111189" y="689534"/>
                    <a:pt x="66422" y="622478"/>
                  </a:cubicBezTo>
                  <a:cubicBezTo>
                    <a:pt x="7366" y="535991"/>
                    <a:pt x="-5587" y="426644"/>
                    <a:pt x="1937" y="324441"/>
                  </a:cubicBezTo>
                  <a:cubicBezTo>
                    <a:pt x="8890" y="231668"/>
                    <a:pt x="41656" y="135465"/>
                    <a:pt x="114142" y="7345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BEADA96-1A80-9EB1-DBCA-0EBF9FDAB801}"/>
                </a:ext>
              </a:extLst>
            </p:cNvPr>
            <p:cNvSpPr/>
            <p:nvPr/>
          </p:nvSpPr>
          <p:spPr>
            <a:xfrm>
              <a:off x="14778191" y="8849530"/>
              <a:ext cx="689710" cy="749617"/>
            </a:xfrm>
            <a:custGeom>
              <a:avLst/>
              <a:gdLst>
                <a:gd name="connsiteX0" fmla="*/ 27247 w 689710"/>
                <a:gd name="connsiteY0" fmla="*/ 137021 h 749617"/>
                <a:gd name="connsiteX1" fmla="*/ 239750 w 689710"/>
                <a:gd name="connsiteY1" fmla="*/ 5290 h 749617"/>
                <a:gd name="connsiteX2" fmla="*/ 522070 w 689710"/>
                <a:gd name="connsiteY2" fmla="*/ 49582 h 749617"/>
                <a:gd name="connsiteX3" fmla="*/ 622654 w 689710"/>
                <a:gd name="connsiteY3" fmla="*/ 247606 h 749617"/>
                <a:gd name="connsiteX4" fmla="*/ 623036 w 689710"/>
                <a:gd name="connsiteY4" fmla="*/ 575838 h 749617"/>
                <a:gd name="connsiteX5" fmla="*/ 689711 w 689710"/>
                <a:gd name="connsiteY5" fmla="*/ 575933 h 749617"/>
                <a:gd name="connsiteX6" fmla="*/ 689711 w 689710"/>
                <a:gd name="connsiteY6" fmla="*/ 733000 h 749617"/>
                <a:gd name="connsiteX7" fmla="*/ 506259 w 689710"/>
                <a:gd name="connsiteY7" fmla="*/ 713950 h 749617"/>
                <a:gd name="connsiteX8" fmla="*/ 438441 w 689710"/>
                <a:gd name="connsiteY8" fmla="*/ 603270 h 749617"/>
                <a:gd name="connsiteX9" fmla="*/ 388625 w 689710"/>
                <a:gd name="connsiteY9" fmla="*/ 690805 h 749617"/>
                <a:gd name="connsiteX10" fmla="*/ 169074 w 689710"/>
                <a:gd name="connsiteY10" fmla="*/ 745288 h 749617"/>
                <a:gd name="connsiteX11" fmla="*/ 15341 w 689710"/>
                <a:gd name="connsiteY11" fmla="*/ 626892 h 749617"/>
                <a:gd name="connsiteX12" fmla="*/ 37153 w 689710"/>
                <a:gd name="connsiteY12" fmla="*/ 416008 h 749617"/>
                <a:gd name="connsiteX13" fmla="*/ 191076 w 689710"/>
                <a:gd name="connsiteY13" fmla="*/ 327521 h 749617"/>
                <a:gd name="connsiteX14" fmla="*/ 420629 w 689710"/>
                <a:gd name="connsiteY14" fmla="*/ 316663 h 749617"/>
                <a:gd name="connsiteX15" fmla="*/ 392911 w 689710"/>
                <a:gd name="connsiteY15" fmla="*/ 189028 h 749617"/>
                <a:gd name="connsiteX16" fmla="*/ 258323 w 689710"/>
                <a:gd name="connsiteY16" fmla="*/ 163310 h 749617"/>
                <a:gd name="connsiteX17" fmla="*/ 147452 w 689710"/>
                <a:gd name="connsiteY17" fmla="*/ 243130 h 749617"/>
                <a:gd name="connsiteX18" fmla="*/ 27247 w 689710"/>
                <a:gd name="connsiteY18" fmla="*/ 137021 h 749617"/>
                <a:gd name="connsiteX19" fmla="*/ 252894 w 689710"/>
                <a:gd name="connsiteY19" fmla="*/ 442583 h 749617"/>
                <a:gd name="connsiteX20" fmla="*/ 260038 w 689710"/>
                <a:gd name="connsiteY20" fmla="*/ 604508 h 749617"/>
                <a:gd name="connsiteX21" fmla="*/ 401579 w 689710"/>
                <a:gd name="connsiteY21" fmla="*/ 571552 h 749617"/>
                <a:gd name="connsiteX22" fmla="*/ 420534 w 689710"/>
                <a:gd name="connsiteY22" fmla="*/ 431725 h 749617"/>
                <a:gd name="connsiteX23" fmla="*/ 252894 w 689710"/>
                <a:gd name="connsiteY23" fmla="*/ 442583 h 74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9710" h="749617">
                  <a:moveTo>
                    <a:pt x="27247" y="137021"/>
                  </a:moveTo>
                  <a:cubicBezTo>
                    <a:pt x="73634" y="63583"/>
                    <a:pt x="153834" y="15387"/>
                    <a:pt x="239750" y="5290"/>
                  </a:cubicBezTo>
                  <a:cubicBezTo>
                    <a:pt x="334618" y="-6044"/>
                    <a:pt x="438632" y="-2520"/>
                    <a:pt x="522070" y="49582"/>
                  </a:cubicBezTo>
                  <a:cubicBezTo>
                    <a:pt x="588936" y="91015"/>
                    <a:pt x="621988" y="171025"/>
                    <a:pt x="622654" y="247606"/>
                  </a:cubicBezTo>
                  <a:cubicBezTo>
                    <a:pt x="623512" y="357049"/>
                    <a:pt x="622654" y="466396"/>
                    <a:pt x="623036" y="575838"/>
                  </a:cubicBezTo>
                  <a:cubicBezTo>
                    <a:pt x="645134" y="575838"/>
                    <a:pt x="667422" y="575838"/>
                    <a:pt x="689711" y="575933"/>
                  </a:cubicBezTo>
                  <a:cubicBezTo>
                    <a:pt x="689615" y="628225"/>
                    <a:pt x="689615" y="680613"/>
                    <a:pt x="689711" y="733000"/>
                  </a:cubicBezTo>
                  <a:cubicBezTo>
                    <a:pt x="628750" y="728238"/>
                    <a:pt x="561790" y="746621"/>
                    <a:pt x="506259" y="713950"/>
                  </a:cubicBezTo>
                  <a:cubicBezTo>
                    <a:pt x="466540" y="690614"/>
                    <a:pt x="448442" y="646037"/>
                    <a:pt x="438441" y="603270"/>
                  </a:cubicBezTo>
                  <a:cubicBezTo>
                    <a:pt x="423963" y="633559"/>
                    <a:pt x="413866" y="667278"/>
                    <a:pt x="388625" y="690805"/>
                  </a:cubicBezTo>
                  <a:cubicBezTo>
                    <a:pt x="331952" y="747193"/>
                    <a:pt x="244702" y="756908"/>
                    <a:pt x="169074" y="745288"/>
                  </a:cubicBezTo>
                  <a:cubicBezTo>
                    <a:pt x="102113" y="735477"/>
                    <a:pt x="38676" y="691948"/>
                    <a:pt x="15341" y="626892"/>
                  </a:cubicBezTo>
                  <a:cubicBezTo>
                    <a:pt x="-9234" y="558693"/>
                    <a:pt x="-5900" y="476302"/>
                    <a:pt x="37153" y="416008"/>
                  </a:cubicBezTo>
                  <a:cubicBezTo>
                    <a:pt x="73062" y="366097"/>
                    <a:pt x="132498" y="339808"/>
                    <a:pt x="191076" y="327521"/>
                  </a:cubicBezTo>
                  <a:cubicBezTo>
                    <a:pt x="266515" y="311424"/>
                    <a:pt x="344048" y="317996"/>
                    <a:pt x="420629" y="316663"/>
                  </a:cubicBezTo>
                  <a:cubicBezTo>
                    <a:pt x="420439" y="273419"/>
                    <a:pt x="425963" y="222746"/>
                    <a:pt x="392911" y="189028"/>
                  </a:cubicBezTo>
                  <a:cubicBezTo>
                    <a:pt x="357764" y="155119"/>
                    <a:pt x="303377" y="154547"/>
                    <a:pt x="258323" y="163310"/>
                  </a:cubicBezTo>
                  <a:cubicBezTo>
                    <a:pt x="211460" y="172359"/>
                    <a:pt x="174884" y="205982"/>
                    <a:pt x="147452" y="243130"/>
                  </a:cubicBezTo>
                  <a:cubicBezTo>
                    <a:pt x="107447" y="207697"/>
                    <a:pt x="67728" y="171883"/>
                    <a:pt x="27247" y="137021"/>
                  </a:cubicBezTo>
                  <a:moveTo>
                    <a:pt x="252894" y="442583"/>
                  </a:moveTo>
                  <a:cubicBezTo>
                    <a:pt x="182600" y="464872"/>
                    <a:pt x="184981" y="591078"/>
                    <a:pt x="260038" y="604508"/>
                  </a:cubicBezTo>
                  <a:cubicBezTo>
                    <a:pt x="308044" y="613557"/>
                    <a:pt x="366337" y="609461"/>
                    <a:pt x="401579" y="571552"/>
                  </a:cubicBezTo>
                  <a:cubicBezTo>
                    <a:pt x="433298" y="532213"/>
                    <a:pt x="416438" y="477921"/>
                    <a:pt x="420534" y="431725"/>
                  </a:cubicBezTo>
                  <a:cubicBezTo>
                    <a:pt x="364813" y="434677"/>
                    <a:pt x="306615" y="423724"/>
                    <a:pt x="252894" y="4425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8DAAAF-22D3-8686-027F-301825BDAA00}"/>
                </a:ext>
              </a:extLst>
            </p:cNvPr>
            <p:cNvSpPr/>
            <p:nvPr/>
          </p:nvSpPr>
          <p:spPr>
            <a:xfrm>
              <a:off x="15602775" y="8849035"/>
              <a:ext cx="633507" cy="733518"/>
            </a:xfrm>
            <a:custGeom>
              <a:avLst/>
              <a:gdLst>
                <a:gd name="connsiteX0" fmla="*/ 311944 w 633507"/>
                <a:gd name="connsiteY0" fmla="*/ 20073 h 733518"/>
                <a:gd name="connsiteX1" fmla="*/ 569214 w 633507"/>
                <a:gd name="connsiteY1" fmla="*/ 66078 h 733518"/>
                <a:gd name="connsiteX2" fmla="*/ 633413 w 633507"/>
                <a:gd name="connsiteY2" fmla="*/ 276295 h 733518"/>
                <a:gd name="connsiteX3" fmla="*/ 633508 w 633507"/>
                <a:gd name="connsiteY3" fmla="*/ 733495 h 733518"/>
                <a:gd name="connsiteX4" fmla="*/ 431006 w 633507"/>
                <a:gd name="connsiteY4" fmla="*/ 733495 h 733518"/>
                <a:gd name="connsiteX5" fmla="*/ 430435 w 633507"/>
                <a:gd name="connsiteY5" fmla="*/ 276676 h 733518"/>
                <a:gd name="connsiteX6" fmla="*/ 369951 w 633507"/>
                <a:gd name="connsiteY6" fmla="*/ 169901 h 733518"/>
                <a:gd name="connsiteX7" fmla="*/ 203264 w 633507"/>
                <a:gd name="connsiteY7" fmla="*/ 257245 h 733518"/>
                <a:gd name="connsiteX8" fmla="*/ 202502 w 633507"/>
                <a:gd name="connsiteY8" fmla="*/ 733495 h 733518"/>
                <a:gd name="connsiteX9" fmla="*/ 0 w 633507"/>
                <a:gd name="connsiteY9" fmla="*/ 733400 h 733518"/>
                <a:gd name="connsiteX10" fmla="*/ 95 w 633507"/>
                <a:gd name="connsiteY10" fmla="*/ 16739 h 733518"/>
                <a:gd name="connsiteX11" fmla="*/ 202406 w 633507"/>
                <a:gd name="connsiteY11" fmla="*/ 16739 h 733518"/>
                <a:gd name="connsiteX12" fmla="*/ 204883 w 633507"/>
                <a:gd name="connsiteY12" fmla="*/ 144564 h 733518"/>
                <a:gd name="connsiteX13" fmla="*/ 311944 w 633507"/>
                <a:gd name="connsiteY13" fmla="*/ 20073 h 7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507" h="733518">
                  <a:moveTo>
                    <a:pt x="311944" y="20073"/>
                  </a:moveTo>
                  <a:cubicBezTo>
                    <a:pt x="395669" y="-15837"/>
                    <a:pt x="506825" y="-5359"/>
                    <a:pt x="569214" y="66078"/>
                  </a:cubicBezTo>
                  <a:cubicBezTo>
                    <a:pt x="618649" y="123609"/>
                    <a:pt x="632365" y="202572"/>
                    <a:pt x="633413" y="276295"/>
                  </a:cubicBezTo>
                  <a:cubicBezTo>
                    <a:pt x="633603" y="428695"/>
                    <a:pt x="633317" y="581095"/>
                    <a:pt x="633508" y="733495"/>
                  </a:cubicBezTo>
                  <a:lnTo>
                    <a:pt x="431006" y="733495"/>
                  </a:lnTo>
                  <a:cubicBezTo>
                    <a:pt x="430625" y="581190"/>
                    <a:pt x="431864" y="428981"/>
                    <a:pt x="430435" y="276676"/>
                  </a:cubicBezTo>
                  <a:cubicBezTo>
                    <a:pt x="429101" y="234861"/>
                    <a:pt x="415290" y="183045"/>
                    <a:pt x="369951" y="169901"/>
                  </a:cubicBezTo>
                  <a:cubicBezTo>
                    <a:pt x="305086" y="150946"/>
                    <a:pt x="210884" y="180759"/>
                    <a:pt x="203264" y="257245"/>
                  </a:cubicBezTo>
                  <a:cubicBezTo>
                    <a:pt x="201263" y="415931"/>
                    <a:pt x="202978" y="574713"/>
                    <a:pt x="202502" y="733495"/>
                  </a:cubicBezTo>
                  <a:cubicBezTo>
                    <a:pt x="134970" y="733495"/>
                    <a:pt x="67437" y="733590"/>
                    <a:pt x="0" y="733400"/>
                  </a:cubicBezTo>
                  <a:cubicBezTo>
                    <a:pt x="191" y="494513"/>
                    <a:pt x="-95" y="255626"/>
                    <a:pt x="95" y="16739"/>
                  </a:cubicBezTo>
                  <a:lnTo>
                    <a:pt x="202406" y="16739"/>
                  </a:lnTo>
                  <a:cubicBezTo>
                    <a:pt x="203264" y="59315"/>
                    <a:pt x="200025" y="102083"/>
                    <a:pt x="204883" y="144564"/>
                  </a:cubicBezTo>
                  <a:cubicBezTo>
                    <a:pt x="226790" y="93606"/>
                    <a:pt x="258604" y="42456"/>
                    <a:pt x="311944" y="2007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BF8AFFD-1B6C-839E-B09F-AF5203BE810E}"/>
                </a:ext>
              </a:extLst>
            </p:cNvPr>
            <p:cNvSpPr/>
            <p:nvPr/>
          </p:nvSpPr>
          <p:spPr>
            <a:xfrm>
              <a:off x="17116014" y="8849344"/>
              <a:ext cx="669651" cy="749917"/>
            </a:xfrm>
            <a:custGeom>
              <a:avLst/>
              <a:gdLst>
                <a:gd name="connsiteX0" fmla="*/ 174305 w 669651"/>
                <a:gd name="connsiteY0" fmla="*/ 34909 h 749917"/>
                <a:gd name="connsiteX1" fmla="*/ 433670 w 669651"/>
                <a:gd name="connsiteY1" fmla="*/ 11287 h 749917"/>
                <a:gd name="connsiteX2" fmla="*/ 624838 w 669651"/>
                <a:gd name="connsiteY2" fmla="*/ 161973 h 749917"/>
                <a:gd name="connsiteX3" fmla="*/ 669129 w 669651"/>
                <a:gd name="connsiteY3" fmla="*/ 426482 h 749917"/>
                <a:gd name="connsiteX4" fmla="*/ 208500 w 669651"/>
                <a:gd name="connsiteY4" fmla="*/ 426482 h 749917"/>
                <a:gd name="connsiteX5" fmla="*/ 248028 w 669651"/>
                <a:gd name="connsiteY5" fmla="*/ 549450 h 749917"/>
                <a:gd name="connsiteX6" fmla="*/ 408049 w 669651"/>
                <a:gd name="connsiteY6" fmla="*/ 587645 h 749917"/>
                <a:gd name="connsiteX7" fmla="*/ 543589 w 669651"/>
                <a:gd name="connsiteY7" fmla="*/ 505063 h 749917"/>
                <a:gd name="connsiteX8" fmla="*/ 645031 w 669651"/>
                <a:gd name="connsiteY8" fmla="*/ 631269 h 749917"/>
                <a:gd name="connsiteX9" fmla="*/ 388617 w 669651"/>
                <a:gd name="connsiteY9" fmla="*/ 747951 h 749917"/>
                <a:gd name="connsiteX10" fmla="*/ 125441 w 669651"/>
                <a:gd name="connsiteY10" fmla="*/ 681752 h 749917"/>
                <a:gd name="connsiteX11" fmla="*/ 5045 w 669651"/>
                <a:gd name="connsiteY11" fmla="*/ 451342 h 749917"/>
                <a:gd name="connsiteX12" fmla="*/ 33526 w 669651"/>
                <a:gd name="connsiteY12" fmla="*/ 189214 h 749917"/>
                <a:gd name="connsiteX13" fmla="*/ 174305 w 669651"/>
                <a:gd name="connsiteY13" fmla="*/ 34909 h 749917"/>
                <a:gd name="connsiteX14" fmla="*/ 232502 w 669651"/>
                <a:gd name="connsiteY14" fmla="*/ 205788 h 749917"/>
                <a:gd name="connsiteX15" fmla="*/ 208500 w 669651"/>
                <a:gd name="connsiteY15" fmla="*/ 307324 h 749917"/>
                <a:gd name="connsiteX16" fmla="*/ 460722 w 669651"/>
                <a:gd name="connsiteY16" fmla="*/ 307324 h 749917"/>
                <a:gd name="connsiteX17" fmla="*/ 423956 w 669651"/>
                <a:gd name="connsiteY17" fmla="*/ 182547 h 749917"/>
                <a:gd name="connsiteX18" fmla="*/ 232502 w 669651"/>
                <a:gd name="connsiteY18" fmla="*/ 205883 h 74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651" h="749917">
                  <a:moveTo>
                    <a:pt x="174305" y="34909"/>
                  </a:moveTo>
                  <a:cubicBezTo>
                    <a:pt x="254220" y="-3858"/>
                    <a:pt x="347945" y="-8144"/>
                    <a:pt x="433670" y="11287"/>
                  </a:cubicBezTo>
                  <a:cubicBezTo>
                    <a:pt x="515681" y="29956"/>
                    <a:pt x="587690" y="86439"/>
                    <a:pt x="624838" y="161973"/>
                  </a:cubicBezTo>
                  <a:cubicBezTo>
                    <a:pt x="667223" y="243126"/>
                    <a:pt x="671510" y="336852"/>
                    <a:pt x="669129" y="426482"/>
                  </a:cubicBezTo>
                  <a:cubicBezTo>
                    <a:pt x="515586" y="426482"/>
                    <a:pt x="362043" y="426482"/>
                    <a:pt x="208500" y="426482"/>
                  </a:cubicBezTo>
                  <a:cubicBezTo>
                    <a:pt x="208690" y="469916"/>
                    <a:pt x="215834" y="517350"/>
                    <a:pt x="248028" y="549450"/>
                  </a:cubicBezTo>
                  <a:cubicBezTo>
                    <a:pt x="289272" y="590693"/>
                    <a:pt x="353089" y="596217"/>
                    <a:pt x="408049" y="587645"/>
                  </a:cubicBezTo>
                  <a:cubicBezTo>
                    <a:pt x="462341" y="579453"/>
                    <a:pt x="506537" y="543449"/>
                    <a:pt x="543589" y="505063"/>
                  </a:cubicBezTo>
                  <a:cubicBezTo>
                    <a:pt x="577308" y="547259"/>
                    <a:pt x="611216" y="589169"/>
                    <a:pt x="645031" y="631269"/>
                  </a:cubicBezTo>
                  <a:cubicBezTo>
                    <a:pt x="580260" y="703755"/>
                    <a:pt x="484153" y="740997"/>
                    <a:pt x="388617" y="747951"/>
                  </a:cubicBezTo>
                  <a:cubicBezTo>
                    <a:pt x="297273" y="756047"/>
                    <a:pt x="198880" y="740140"/>
                    <a:pt x="125441" y="681752"/>
                  </a:cubicBezTo>
                  <a:cubicBezTo>
                    <a:pt x="54481" y="626602"/>
                    <a:pt x="16381" y="538782"/>
                    <a:pt x="5045" y="451342"/>
                  </a:cubicBezTo>
                  <a:cubicBezTo>
                    <a:pt x="-5812" y="363522"/>
                    <a:pt x="-384" y="271701"/>
                    <a:pt x="33526" y="189214"/>
                  </a:cubicBezTo>
                  <a:cubicBezTo>
                    <a:pt x="60291" y="123301"/>
                    <a:pt x="110011" y="66246"/>
                    <a:pt x="174305" y="34909"/>
                  </a:cubicBezTo>
                  <a:moveTo>
                    <a:pt x="232502" y="205788"/>
                  </a:moveTo>
                  <a:cubicBezTo>
                    <a:pt x="213072" y="235887"/>
                    <a:pt x="209262" y="272367"/>
                    <a:pt x="208500" y="307324"/>
                  </a:cubicBezTo>
                  <a:cubicBezTo>
                    <a:pt x="292510" y="307324"/>
                    <a:pt x="376616" y="307324"/>
                    <a:pt x="460722" y="307324"/>
                  </a:cubicBezTo>
                  <a:cubicBezTo>
                    <a:pt x="459770" y="263890"/>
                    <a:pt x="455292" y="215884"/>
                    <a:pt x="423956" y="182547"/>
                  </a:cubicBezTo>
                  <a:cubicBezTo>
                    <a:pt x="372234" y="128730"/>
                    <a:pt x="270317" y="141780"/>
                    <a:pt x="232502" y="2058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1AC2598-525B-204C-95FB-62C1BD803BA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16743-7FE4-7DB0-AE65-92E8AEA8C0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8B38A97-2CAA-48A7-79F9-9B76C797D4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0F0B5B-6B52-3139-61A7-7B7287D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2186064"/>
            <a:ext cx="10101072" cy="41417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6" name="Graphic 5">
            <a:extLst>
              <a:ext uri="{FF2B5EF4-FFF2-40B4-BE49-F238E27FC236}">
                <a16:creationId xmlns:a16="http://schemas.microsoft.com/office/drawing/2014/main" id="{F1A637DE-FA28-1BBA-ED19-561BF47FC9AA}"/>
              </a:ext>
            </a:extLst>
          </p:cNvPr>
          <p:cNvGrpSpPr/>
          <p:nvPr userDrawn="1"/>
        </p:nvGrpSpPr>
        <p:grpSpPr>
          <a:xfrm>
            <a:off x="598346" y="576072"/>
            <a:ext cx="3758389" cy="436594"/>
            <a:chOff x="6597650" y="8572457"/>
            <a:chExt cx="11188016" cy="1299659"/>
          </a:xfrm>
          <a:solidFill>
            <a:srgbClr val="000000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985145-6140-8167-8472-4F70B1B08F56}"/>
                </a:ext>
              </a:extLst>
            </p:cNvPr>
            <p:cNvSpPr/>
            <p:nvPr/>
          </p:nvSpPr>
          <p:spPr>
            <a:xfrm>
              <a:off x="11603037" y="8572457"/>
              <a:ext cx="633888" cy="1010097"/>
            </a:xfrm>
            <a:custGeom>
              <a:avLst/>
              <a:gdLst>
                <a:gd name="connsiteX0" fmla="*/ 95 w 633888"/>
                <a:gd name="connsiteY0" fmla="*/ 42 h 1010097"/>
                <a:gd name="connsiteX1" fmla="*/ 202502 w 633888"/>
                <a:gd name="connsiteY1" fmla="*/ 42 h 1010097"/>
                <a:gd name="connsiteX2" fmla="*/ 204216 w 633888"/>
                <a:gd name="connsiteY2" fmla="*/ 419904 h 1010097"/>
                <a:gd name="connsiteX3" fmla="*/ 276320 w 633888"/>
                <a:gd name="connsiteY3" fmla="*/ 318463 h 1010097"/>
                <a:gd name="connsiteX4" fmla="*/ 591884 w 633888"/>
                <a:gd name="connsiteY4" fmla="*/ 373899 h 1010097"/>
                <a:gd name="connsiteX5" fmla="*/ 633793 w 633888"/>
                <a:gd name="connsiteY5" fmla="*/ 562303 h 1010097"/>
                <a:gd name="connsiteX6" fmla="*/ 633889 w 633888"/>
                <a:gd name="connsiteY6" fmla="*/ 1010073 h 1010097"/>
                <a:gd name="connsiteX7" fmla="*/ 431482 w 633888"/>
                <a:gd name="connsiteY7" fmla="*/ 1010073 h 1010097"/>
                <a:gd name="connsiteX8" fmla="*/ 431102 w 633888"/>
                <a:gd name="connsiteY8" fmla="*/ 561827 h 1010097"/>
                <a:gd name="connsiteX9" fmla="*/ 376333 w 633888"/>
                <a:gd name="connsiteY9" fmla="*/ 448765 h 1010097"/>
                <a:gd name="connsiteX10" fmla="*/ 203454 w 633888"/>
                <a:gd name="connsiteY10" fmla="*/ 533538 h 1010097"/>
                <a:gd name="connsiteX11" fmla="*/ 202502 w 633888"/>
                <a:gd name="connsiteY11" fmla="*/ 1010073 h 1010097"/>
                <a:gd name="connsiteX12" fmla="*/ 0 w 633888"/>
                <a:gd name="connsiteY12" fmla="*/ 1009978 h 1010097"/>
                <a:gd name="connsiteX13" fmla="*/ 95 w 633888"/>
                <a:gd name="connsiteY13" fmla="*/ 42 h 1010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888" h="1010097">
                  <a:moveTo>
                    <a:pt x="95" y="42"/>
                  </a:moveTo>
                  <a:cubicBezTo>
                    <a:pt x="67533" y="-53"/>
                    <a:pt x="134969" y="42"/>
                    <a:pt x="202502" y="42"/>
                  </a:cubicBezTo>
                  <a:cubicBezTo>
                    <a:pt x="203549" y="139965"/>
                    <a:pt x="200311" y="280077"/>
                    <a:pt x="204216" y="419904"/>
                  </a:cubicBezTo>
                  <a:cubicBezTo>
                    <a:pt x="224504" y="383709"/>
                    <a:pt x="241364" y="343419"/>
                    <a:pt x="276320" y="318463"/>
                  </a:cubicBezTo>
                  <a:cubicBezTo>
                    <a:pt x="371284" y="247692"/>
                    <a:pt x="531781" y="265695"/>
                    <a:pt x="591884" y="373899"/>
                  </a:cubicBezTo>
                  <a:cubicBezTo>
                    <a:pt x="624840" y="430668"/>
                    <a:pt x="633413" y="497724"/>
                    <a:pt x="633793" y="562303"/>
                  </a:cubicBezTo>
                  <a:cubicBezTo>
                    <a:pt x="633984" y="711560"/>
                    <a:pt x="633793" y="860817"/>
                    <a:pt x="633889" y="1010073"/>
                  </a:cubicBezTo>
                  <a:lnTo>
                    <a:pt x="431482" y="1010073"/>
                  </a:lnTo>
                  <a:cubicBezTo>
                    <a:pt x="431197" y="860626"/>
                    <a:pt x="432054" y="711179"/>
                    <a:pt x="431102" y="561827"/>
                  </a:cubicBezTo>
                  <a:cubicBezTo>
                    <a:pt x="429959" y="519441"/>
                    <a:pt x="420624" y="466386"/>
                    <a:pt x="376333" y="448765"/>
                  </a:cubicBezTo>
                  <a:cubicBezTo>
                    <a:pt x="310801" y="425334"/>
                    <a:pt x="211836" y="455052"/>
                    <a:pt x="203454" y="533538"/>
                  </a:cubicBezTo>
                  <a:cubicBezTo>
                    <a:pt x="201168" y="692319"/>
                    <a:pt x="203168" y="851196"/>
                    <a:pt x="202502" y="1010073"/>
                  </a:cubicBezTo>
                  <a:cubicBezTo>
                    <a:pt x="134969" y="1010073"/>
                    <a:pt x="67533" y="1010169"/>
                    <a:pt x="0" y="1009978"/>
                  </a:cubicBezTo>
                  <a:cubicBezTo>
                    <a:pt x="191" y="673365"/>
                    <a:pt x="95" y="336656"/>
                    <a:pt x="95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D933579-F84C-4074-BCE8-A5F3C6A8C115}"/>
                </a:ext>
              </a:extLst>
            </p:cNvPr>
            <p:cNvSpPr/>
            <p:nvPr/>
          </p:nvSpPr>
          <p:spPr>
            <a:xfrm>
              <a:off x="14012576" y="8572457"/>
              <a:ext cx="634202" cy="1010164"/>
            </a:xfrm>
            <a:custGeom>
              <a:avLst/>
              <a:gdLst>
                <a:gd name="connsiteX0" fmla="*/ 381 w 634202"/>
                <a:gd name="connsiteY0" fmla="*/ 42 h 1010164"/>
                <a:gd name="connsiteX1" fmla="*/ 202788 w 634202"/>
                <a:gd name="connsiteY1" fmla="*/ 42 h 1010164"/>
                <a:gd name="connsiteX2" fmla="*/ 204502 w 634202"/>
                <a:gd name="connsiteY2" fmla="*/ 419904 h 1010164"/>
                <a:gd name="connsiteX3" fmla="*/ 271558 w 634202"/>
                <a:gd name="connsiteY3" fmla="*/ 322559 h 1010164"/>
                <a:gd name="connsiteX4" fmla="*/ 596265 w 634202"/>
                <a:gd name="connsiteY4" fmla="*/ 381233 h 1010164"/>
                <a:gd name="connsiteX5" fmla="*/ 634175 w 634202"/>
                <a:gd name="connsiteY5" fmla="*/ 562303 h 1010164"/>
                <a:gd name="connsiteX6" fmla="*/ 634175 w 634202"/>
                <a:gd name="connsiteY6" fmla="*/ 1010073 h 1010164"/>
                <a:gd name="connsiteX7" fmla="*/ 431768 w 634202"/>
                <a:gd name="connsiteY7" fmla="*/ 1010073 h 1010164"/>
                <a:gd name="connsiteX8" fmla="*/ 431388 w 634202"/>
                <a:gd name="connsiteY8" fmla="*/ 562303 h 1010164"/>
                <a:gd name="connsiteX9" fmla="*/ 376333 w 634202"/>
                <a:gd name="connsiteY9" fmla="*/ 448575 h 1010164"/>
                <a:gd name="connsiteX10" fmla="*/ 203835 w 634202"/>
                <a:gd name="connsiteY10" fmla="*/ 533347 h 1010164"/>
                <a:gd name="connsiteX11" fmla="*/ 202788 w 634202"/>
                <a:gd name="connsiteY11" fmla="*/ 1010073 h 1010164"/>
                <a:gd name="connsiteX12" fmla="*/ 0 w 634202"/>
                <a:gd name="connsiteY12" fmla="*/ 1009597 h 1010164"/>
                <a:gd name="connsiteX13" fmla="*/ 381 w 634202"/>
                <a:gd name="connsiteY13" fmla="*/ 42 h 1010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4202" h="1010164">
                  <a:moveTo>
                    <a:pt x="381" y="42"/>
                  </a:moveTo>
                  <a:cubicBezTo>
                    <a:pt x="67819" y="-53"/>
                    <a:pt x="135255" y="42"/>
                    <a:pt x="202788" y="42"/>
                  </a:cubicBezTo>
                  <a:cubicBezTo>
                    <a:pt x="203835" y="139965"/>
                    <a:pt x="200597" y="280077"/>
                    <a:pt x="204502" y="419904"/>
                  </a:cubicBezTo>
                  <a:cubicBezTo>
                    <a:pt x="223933" y="385710"/>
                    <a:pt x="239363" y="347419"/>
                    <a:pt x="271558" y="322559"/>
                  </a:cubicBezTo>
                  <a:cubicBezTo>
                    <a:pt x="367856" y="244644"/>
                    <a:pt x="538544" y="265314"/>
                    <a:pt x="596265" y="381233"/>
                  </a:cubicBezTo>
                  <a:cubicBezTo>
                    <a:pt x="625888" y="436573"/>
                    <a:pt x="633794" y="500391"/>
                    <a:pt x="634175" y="562303"/>
                  </a:cubicBezTo>
                  <a:cubicBezTo>
                    <a:pt x="634270" y="711560"/>
                    <a:pt x="634079" y="860817"/>
                    <a:pt x="634175" y="1010073"/>
                  </a:cubicBezTo>
                  <a:lnTo>
                    <a:pt x="431768" y="1010073"/>
                  </a:lnTo>
                  <a:cubicBezTo>
                    <a:pt x="431483" y="860817"/>
                    <a:pt x="432245" y="711560"/>
                    <a:pt x="431388" y="562303"/>
                  </a:cubicBezTo>
                  <a:cubicBezTo>
                    <a:pt x="430340" y="519822"/>
                    <a:pt x="421005" y="466101"/>
                    <a:pt x="376333" y="448575"/>
                  </a:cubicBezTo>
                  <a:cubicBezTo>
                    <a:pt x="310801" y="425524"/>
                    <a:pt x="212408" y="455147"/>
                    <a:pt x="203835" y="533347"/>
                  </a:cubicBezTo>
                  <a:cubicBezTo>
                    <a:pt x="201359" y="692129"/>
                    <a:pt x="203454" y="851101"/>
                    <a:pt x="202788" y="1010073"/>
                  </a:cubicBezTo>
                  <a:cubicBezTo>
                    <a:pt x="135160" y="1009883"/>
                    <a:pt x="67533" y="1010645"/>
                    <a:pt x="0" y="1009597"/>
                  </a:cubicBezTo>
                  <a:cubicBezTo>
                    <a:pt x="858" y="673079"/>
                    <a:pt x="95" y="336561"/>
                    <a:pt x="381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B61EFE4-D8E6-B1E2-379D-12B26CE8F152}"/>
                </a:ext>
              </a:extLst>
            </p:cNvPr>
            <p:cNvSpPr/>
            <p:nvPr/>
          </p:nvSpPr>
          <p:spPr>
            <a:xfrm>
              <a:off x="6597650" y="8630030"/>
              <a:ext cx="382566" cy="952500"/>
            </a:xfrm>
            <a:custGeom>
              <a:avLst/>
              <a:gdLst>
                <a:gd name="connsiteX0" fmla="*/ 0 w 382566"/>
                <a:gd name="connsiteY0" fmla="*/ 0 h 952500"/>
                <a:gd name="connsiteX1" fmla="*/ 382524 w 382566"/>
                <a:gd name="connsiteY1" fmla="*/ 0 h 952500"/>
                <a:gd name="connsiteX2" fmla="*/ 382524 w 382566"/>
                <a:gd name="connsiteY2" fmla="*/ 95631 h 952500"/>
                <a:gd name="connsiteX3" fmla="*/ 248793 w 382566"/>
                <a:gd name="connsiteY3" fmla="*/ 95631 h 952500"/>
                <a:gd name="connsiteX4" fmla="*/ 248793 w 382566"/>
                <a:gd name="connsiteY4" fmla="*/ 856869 h 952500"/>
                <a:gd name="connsiteX5" fmla="*/ 382524 w 382566"/>
                <a:gd name="connsiteY5" fmla="*/ 856869 h 952500"/>
                <a:gd name="connsiteX6" fmla="*/ 382524 w 382566"/>
                <a:gd name="connsiteY6" fmla="*/ 952500 h 952500"/>
                <a:gd name="connsiteX7" fmla="*/ 0 w 382566"/>
                <a:gd name="connsiteY7" fmla="*/ 952500 h 952500"/>
                <a:gd name="connsiteX8" fmla="*/ 0 w 382566"/>
                <a:gd name="connsiteY8" fmla="*/ 856869 h 952500"/>
                <a:gd name="connsiteX9" fmla="*/ 133731 w 382566"/>
                <a:gd name="connsiteY9" fmla="*/ 856869 h 952500"/>
                <a:gd name="connsiteX10" fmla="*/ 133731 w 382566"/>
                <a:gd name="connsiteY10" fmla="*/ 95631 h 952500"/>
                <a:gd name="connsiteX11" fmla="*/ 0 w 382566"/>
                <a:gd name="connsiteY11" fmla="*/ 95631 h 952500"/>
                <a:gd name="connsiteX12" fmla="*/ 0 w 382566"/>
                <a:gd name="connsiteY12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566" h="952500">
                  <a:moveTo>
                    <a:pt x="0" y="0"/>
                  </a:moveTo>
                  <a:lnTo>
                    <a:pt x="382524" y="0"/>
                  </a:lnTo>
                  <a:lnTo>
                    <a:pt x="382524" y="95631"/>
                  </a:lnTo>
                  <a:lnTo>
                    <a:pt x="248793" y="95631"/>
                  </a:lnTo>
                  <a:lnTo>
                    <a:pt x="248793" y="856869"/>
                  </a:lnTo>
                  <a:cubicBezTo>
                    <a:pt x="293370" y="856869"/>
                    <a:pt x="337947" y="856869"/>
                    <a:pt x="382524" y="856869"/>
                  </a:cubicBezTo>
                  <a:cubicBezTo>
                    <a:pt x="382524" y="888682"/>
                    <a:pt x="382619" y="920591"/>
                    <a:pt x="382524" y="952500"/>
                  </a:cubicBezTo>
                  <a:lnTo>
                    <a:pt x="0" y="952500"/>
                  </a:lnTo>
                  <a:cubicBezTo>
                    <a:pt x="0" y="920591"/>
                    <a:pt x="0" y="888682"/>
                    <a:pt x="0" y="856869"/>
                  </a:cubicBezTo>
                  <a:cubicBezTo>
                    <a:pt x="44577" y="856869"/>
                    <a:pt x="89154" y="856869"/>
                    <a:pt x="133731" y="856869"/>
                  </a:cubicBezTo>
                  <a:lnTo>
                    <a:pt x="133731" y="95631"/>
                  </a:lnTo>
                  <a:lnTo>
                    <a:pt x="0" y="95631"/>
                  </a:lnTo>
                  <a:cubicBezTo>
                    <a:pt x="0" y="63722"/>
                    <a:pt x="0" y="3190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B4E91B9-0A97-3141-A66A-E824B4E354B8}"/>
                </a:ext>
              </a:extLst>
            </p:cNvPr>
            <p:cNvSpPr/>
            <p:nvPr/>
          </p:nvSpPr>
          <p:spPr>
            <a:xfrm>
              <a:off x="7188676" y="8629948"/>
              <a:ext cx="678881" cy="952722"/>
            </a:xfrm>
            <a:custGeom>
              <a:avLst/>
              <a:gdLst>
                <a:gd name="connsiteX0" fmla="*/ 0 w 678881"/>
                <a:gd name="connsiteY0" fmla="*/ 83 h 952722"/>
                <a:gd name="connsiteX1" fmla="*/ 409956 w 678881"/>
                <a:gd name="connsiteY1" fmla="*/ 464 h 952722"/>
                <a:gd name="connsiteX2" fmla="*/ 622554 w 678881"/>
                <a:gd name="connsiteY2" fmla="*/ 130575 h 952722"/>
                <a:gd name="connsiteX3" fmla="*/ 607886 w 678881"/>
                <a:gd name="connsiteY3" fmla="*/ 378130 h 952722"/>
                <a:gd name="connsiteX4" fmla="*/ 486347 w 678881"/>
                <a:gd name="connsiteY4" fmla="*/ 452711 h 952722"/>
                <a:gd name="connsiteX5" fmla="*/ 662940 w 678881"/>
                <a:gd name="connsiteY5" fmla="*/ 585394 h 952722"/>
                <a:gd name="connsiteX6" fmla="*/ 543878 w 678881"/>
                <a:gd name="connsiteY6" fmla="*/ 925246 h 952722"/>
                <a:gd name="connsiteX7" fmla="*/ 428530 w 678881"/>
                <a:gd name="connsiteY7" fmla="*/ 952678 h 952722"/>
                <a:gd name="connsiteX8" fmla="*/ 0 w 678881"/>
                <a:gd name="connsiteY8" fmla="*/ 952583 h 952722"/>
                <a:gd name="connsiteX9" fmla="*/ 0 w 678881"/>
                <a:gd name="connsiteY9" fmla="*/ 83 h 952722"/>
                <a:gd name="connsiteX10" fmla="*/ 115062 w 678881"/>
                <a:gd name="connsiteY10" fmla="*/ 101238 h 952722"/>
                <a:gd name="connsiteX11" fmla="*/ 115062 w 678881"/>
                <a:gd name="connsiteY11" fmla="*/ 412039 h 952722"/>
                <a:gd name="connsiteX12" fmla="*/ 400050 w 678881"/>
                <a:gd name="connsiteY12" fmla="*/ 410896 h 952722"/>
                <a:gd name="connsiteX13" fmla="*/ 519398 w 678881"/>
                <a:gd name="connsiteY13" fmla="*/ 313646 h 952722"/>
                <a:gd name="connsiteX14" fmla="*/ 513969 w 678881"/>
                <a:gd name="connsiteY14" fmla="*/ 180391 h 952722"/>
                <a:gd name="connsiteX15" fmla="*/ 389858 w 678881"/>
                <a:gd name="connsiteY15" fmla="*/ 101715 h 952722"/>
                <a:gd name="connsiteX16" fmla="*/ 115062 w 678881"/>
                <a:gd name="connsiteY16" fmla="*/ 101238 h 952722"/>
                <a:gd name="connsiteX17" fmla="*/ 115062 w 678881"/>
                <a:gd name="connsiteY17" fmla="*/ 510432 h 952722"/>
                <a:gd name="connsiteX18" fmla="*/ 115062 w 678881"/>
                <a:gd name="connsiteY18" fmla="*/ 851427 h 952722"/>
                <a:gd name="connsiteX19" fmla="*/ 400526 w 678881"/>
                <a:gd name="connsiteY19" fmla="*/ 851332 h 952722"/>
                <a:gd name="connsiteX20" fmla="*/ 520637 w 678881"/>
                <a:gd name="connsiteY20" fmla="*/ 805993 h 952722"/>
                <a:gd name="connsiteX21" fmla="*/ 555498 w 678881"/>
                <a:gd name="connsiteY21" fmla="*/ 705314 h 952722"/>
                <a:gd name="connsiteX22" fmla="*/ 529304 w 678881"/>
                <a:gd name="connsiteY22" fmla="*/ 566535 h 952722"/>
                <a:gd name="connsiteX23" fmla="*/ 400241 w 678881"/>
                <a:gd name="connsiteY23" fmla="*/ 510623 h 952722"/>
                <a:gd name="connsiteX24" fmla="*/ 115062 w 678881"/>
                <a:gd name="connsiteY24" fmla="*/ 510432 h 9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8881" h="952722">
                  <a:moveTo>
                    <a:pt x="0" y="83"/>
                  </a:moveTo>
                  <a:cubicBezTo>
                    <a:pt x="136684" y="369"/>
                    <a:pt x="273272" y="-489"/>
                    <a:pt x="409956" y="464"/>
                  </a:cubicBezTo>
                  <a:cubicBezTo>
                    <a:pt x="497015" y="1893"/>
                    <a:pt x="586931" y="48279"/>
                    <a:pt x="622554" y="130575"/>
                  </a:cubicBezTo>
                  <a:cubicBezTo>
                    <a:pt x="655701" y="208490"/>
                    <a:pt x="657416" y="306693"/>
                    <a:pt x="607886" y="378130"/>
                  </a:cubicBezTo>
                  <a:cubicBezTo>
                    <a:pt x="580073" y="419850"/>
                    <a:pt x="532067" y="438328"/>
                    <a:pt x="486347" y="452711"/>
                  </a:cubicBezTo>
                  <a:cubicBezTo>
                    <a:pt x="563213" y="461950"/>
                    <a:pt x="636365" y="510909"/>
                    <a:pt x="662940" y="585394"/>
                  </a:cubicBezTo>
                  <a:cubicBezTo>
                    <a:pt x="705898" y="706743"/>
                    <a:pt x="660654" y="862191"/>
                    <a:pt x="543878" y="925246"/>
                  </a:cubicBezTo>
                  <a:cubicBezTo>
                    <a:pt x="508730" y="944391"/>
                    <a:pt x="468440" y="953440"/>
                    <a:pt x="428530" y="952678"/>
                  </a:cubicBezTo>
                  <a:cubicBezTo>
                    <a:pt x="285655" y="952488"/>
                    <a:pt x="142875" y="952583"/>
                    <a:pt x="0" y="952583"/>
                  </a:cubicBezTo>
                  <a:lnTo>
                    <a:pt x="0" y="83"/>
                  </a:lnTo>
                  <a:moveTo>
                    <a:pt x="115062" y="101238"/>
                  </a:moveTo>
                  <a:lnTo>
                    <a:pt x="115062" y="412039"/>
                  </a:lnTo>
                  <a:cubicBezTo>
                    <a:pt x="210026" y="411277"/>
                    <a:pt x="305086" y="413658"/>
                    <a:pt x="400050" y="410896"/>
                  </a:cubicBezTo>
                  <a:cubicBezTo>
                    <a:pt x="455486" y="408896"/>
                    <a:pt x="510540" y="370605"/>
                    <a:pt x="519398" y="313646"/>
                  </a:cubicBezTo>
                  <a:cubicBezTo>
                    <a:pt x="523875" y="269640"/>
                    <a:pt x="527495" y="223158"/>
                    <a:pt x="513969" y="180391"/>
                  </a:cubicBezTo>
                  <a:cubicBezTo>
                    <a:pt x="496919" y="128956"/>
                    <a:pt x="441293" y="102000"/>
                    <a:pt x="389858" y="101715"/>
                  </a:cubicBezTo>
                  <a:cubicBezTo>
                    <a:pt x="298228" y="100572"/>
                    <a:pt x="206693" y="101715"/>
                    <a:pt x="115062" y="101238"/>
                  </a:cubicBezTo>
                  <a:moveTo>
                    <a:pt x="115062" y="510432"/>
                  </a:moveTo>
                  <a:lnTo>
                    <a:pt x="115062" y="851427"/>
                  </a:lnTo>
                  <a:cubicBezTo>
                    <a:pt x="210217" y="851332"/>
                    <a:pt x="305372" y="851523"/>
                    <a:pt x="400526" y="851332"/>
                  </a:cubicBezTo>
                  <a:cubicBezTo>
                    <a:pt x="443960" y="851046"/>
                    <a:pt x="490538" y="839235"/>
                    <a:pt x="520637" y="805993"/>
                  </a:cubicBezTo>
                  <a:cubicBezTo>
                    <a:pt x="545878" y="779133"/>
                    <a:pt x="555212" y="741318"/>
                    <a:pt x="555498" y="705314"/>
                  </a:cubicBezTo>
                  <a:cubicBezTo>
                    <a:pt x="556355" y="658356"/>
                    <a:pt x="558832" y="606349"/>
                    <a:pt x="529304" y="566535"/>
                  </a:cubicBezTo>
                  <a:cubicBezTo>
                    <a:pt x="500348" y="525768"/>
                    <a:pt x="448056" y="510718"/>
                    <a:pt x="400241" y="510623"/>
                  </a:cubicBezTo>
                  <a:cubicBezTo>
                    <a:pt x="305181" y="510147"/>
                    <a:pt x="210122" y="510623"/>
                    <a:pt x="115062" y="510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C6552B-CC29-F330-6668-3C653EA3A00C}"/>
                </a:ext>
              </a:extLst>
            </p:cNvPr>
            <p:cNvSpPr/>
            <p:nvPr/>
          </p:nvSpPr>
          <p:spPr>
            <a:xfrm>
              <a:off x="8079644" y="8629935"/>
              <a:ext cx="854868" cy="952499"/>
            </a:xfrm>
            <a:custGeom>
              <a:avLst/>
              <a:gdLst>
                <a:gd name="connsiteX0" fmla="*/ 0 w 854868"/>
                <a:gd name="connsiteY0" fmla="*/ 95 h 952499"/>
                <a:gd name="connsiteX1" fmla="*/ 153734 w 854868"/>
                <a:gd name="connsiteY1" fmla="*/ 95 h 952499"/>
                <a:gd name="connsiteX2" fmla="*/ 430530 w 854868"/>
                <a:gd name="connsiteY2" fmla="*/ 516827 h 952499"/>
                <a:gd name="connsiteX3" fmla="*/ 706946 w 854868"/>
                <a:gd name="connsiteY3" fmla="*/ 0 h 952499"/>
                <a:gd name="connsiteX4" fmla="*/ 854869 w 854868"/>
                <a:gd name="connsiteY4" fmla="*/ 0 h 952499"/>
                <a:gd name="connsiteX5" fmla="*/ 854869 w 854868"/>
                <a:gd name="connsiteY5" fmla="*/ 952500 h 952499"/>
                <a:gd name="connsiteX6" fmla="*/ 742569 w 854868"/>
                <a:gd name="connsiteY6" fmla="*/ 952500 h 952499"/>
                <a:gd name="connsiteX7" fmla="*/ 741521 w 854868"/>
                <a:gd name="connsiteY7" fmla="*/ 146780 h 952499"/>
                <a:gd name="connsiteX8" fmla="*/ 707422 w 854868"/>
                <a:gd name="connsiteY8" fmla="*/ 207074 h 952499"/>
                <a:gd name="connsiteX9" fmla="*/ 427577 w 854868"/>
                <a:gd name="connsiteY9" fmla="*/ 725138 h 952499"/>
                <a:gd name="connsiteX10" fmla="*/ 193262 w 854868"/>
                <a:gd name="connsiteY10" fmla="*/ 297752 h 952499"/>
                <a:gd name="connsiteX11" fmla="*/ 113348 w 854868"/>
                <a:gd name="connsiteY11" fmla="*/ 146209 h 952499"/>
                <a:gd name="connsiteX12" fmla="*/ 112300 w 854868"/>
                <a:gd name="connsiteY12" fmla="*/ 952500 h 952499"/>
                <a:gd name="connsiteX13" fmla="*/ 0 w 854868"/>
                <a:gd name="connsiteY13" fmla="*/ 952500 h 952499"/>
                <a:gd name="connsiteX14" fmla="*/ 0 w 854868"/>
                <a:gd name="connsiteY14" fmla="*/ 95 h 95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868" h="952499">
                  <a:moveTo>
                    <a:pt x="0" y="95"/>
                  </a:moveTo>
                  <a:cubicBezTo>
                    <a:pt x="51245" y="95"/>
                    <a:pt x="102489" y="95"/>
                    <a:pt x="153734" y="95"/>
                  </a:cubicBezTo>
                  <a:cubicBezTo>
                    <a:pt x="246221" y="172212"/>
                    <a:pt x="335090" y="346424"/>
                    <a:pt x="430530" y="516827"/>
                  </a:cubicBezTo>
                  <a:cubicBezTo>
                    <a:pt x="522923" y="344615"/>
                    <a:pt x="614744" y="172212"/>
                    <a:pt x="706946" y="0"/>
                  </a:cubicBezTo>
                  <a:lnTo>
                    <a:pt x="854869" y="0"/>
                  </a:lnTo>
                  <a:lnTo>
                    <a:pt x="854869" y="952500"/>
                  </a:lnTo>
                  <a:lnTo>
                    <a:pt x="742569" y="952500"/>
                  </a:lnTo>
                  <a:cubicBezTo>
                    <a:pt x="741902" y="683895"/>
                    <a:pt x="743998" y="415290"/>
                    <a:pt x="741521" y="146780"/>
                  </a:cubicBezTo>
                  <a:cubicBezTo>
                    <a:pt x="726948" y="164973"/>
                    <a:pt x="717613" y="186404"/>
                    <a:pt x="707422" y="207074"/>
                  </a:cubicBezTo>
                  <a:cubicBezTo>
                    <a:pt x="619982" y="382810"/>
                    <a:pt x="520541" y="552260"/>
                    <a:pt x="427577" y="725138"/>
                  </a:cubicBezTo>
                  <a:cubicBezTo>
                    <a:pt x="349472" y="582644"/>
                    <a:pt x="270510" y="440722"/>
                    <a:pt x="193262" y="297752"/>
                  </a:cubicBezTo>
                  <a:cubicBezTo>
                    <a:pt x="165830" y="247650"/>
                    <a:pt x="145161" y="193739"/>
                    <a:pt x="113348" y="146209"/>
                  </a:cubicBezTo>
                  <a:cubicBezTo>
                    <a:pt x="110966" y="415004"/>
                    <a:pt x="112967" y="683705"/>
                    <a:pt x="112300" y="952500"/>
                  </a:cubicBezTo>
                  <a:lnTo>
                    <a:pt x="0" y="952500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266CF2-A3CF-C8D9-7BB9-06D2E42E9729}"/>
                </a:ext>
              </a:extLst>
            </p:cNvPr>
            <p:cNvSpPr/>
            <p:nvPr/>
          </p:nvSpPr>
          <p:spPr>
            <a:xfrm>
              <a:off x="9365138" y="8630030"/>
              <a:ext cx="723900" cy="952500"/>
            </a:xfrm>
            <a:custGeom>
              <a:avLst/>
              <a:gdLst>
                <a:gd name="connsiteX0" fmla="*/ 0 w 723900"/>
                <a:gd name="connsiteY0" fmla="*/ 0 h 952500"/>
                <a:gd name="connsiteX1" fmla="*/ 723900 w 723900"/>
                <a:gd name="connsiteY1" fmla="*/ 0 h 952500"/>
                <a:gd name="connsiteX2" fmla="*/ 723900 w 723900"/>
                <a:gd name="connsiteY2" fmla="*/ 184595 h 952500"/>
                <a:gd name="connsiteX3" fmla="*/ 465963 w 723900"/>
                <a:gd name="connsiteY3" fmla="*/ 184499 h 952500"/>
                <a:gd name="connsiteX4" fmla="*/ 465963 w 723900"/>
                <a:gd name="connsiteY4" fmla="*/ 952500 h 952500"/>
                <a:gd name="connsiteX5" fmla="*/ 257937 w 723900"/>
                <a:gd name="connsiteY5" fmla="*/ 952500 h 952500"/>
                <a:gd name="connsiteX6" fmla="*/ 257937 w 723900"/>
                <a:gd name="connsiteY6" fmla="*/ 184595 h 952500"/>
                <a:gd name="connsiteX7" fmla="*/ 0 w 723900"/>
                <a:gd name="connsiteY7" fmla="*/ 184595 h 952500"/>
                <a:gd name="connsiteX8" fmla="*/ 0 w 723900"/>
                <a:gd name="connsiteY8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900" h="952500">
                  <a:moveTo>
                    <a:pt x="0" y="0"/>
                  </a:moveTo>
                  <a:lnTo>
                    <a:pt x="723900" y="0"/>
                  </a:lnTo>
                  <a:lnTo>
                    <a:pt x="723900" y="184595"/>
                  </a:lnTo>
                  <a:cubicBezTo>
                    <a:pt x="637889" y="184595"/>
                    <a:pt x="551879" y="184595"/>
                    <a:pt x="465963" y="184499"/>
                  </a:cubicBezTo>
                  <a:cubicBezTo>
                    <a:pt x="465868" y="440531"/>
                    <a:pt x="465963" y="696468"/>
                    <a:pt x="465963" y="952500"/>
                  </a:cubicBezTo>
                  <a:lnTo>
                    <a:pt x="257937" y="952500"/>
                  </a:lnTo>
                  <a:lnTo>
                    <a:pt x="257937" y="184595"/>
                  </a:lnTo>
                  <a:cubicBezTo>
                    <a:pt x="172021" y="184499"/>
                    <a:pt x="86011" y="184595"/>
                    <a:pt x="0" y="1845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944B8FF-4796-89E0-ECF1-D2DAE08721F7}"/>
                </a:ext>
              </a:extLst>
            </p:cNvPr>
            <p:cNvSpPr/>
            <p:nvPr/>
          </p:nvSpPr>
          <p:spPr>
            <a:xfrm>
              <a:off x="12344082" y="8630030"/>
              <a:ext cx="875252" cy="952622"/>
            </a:xfrm>
            <a:custGeom>
              <a:avLst/>
              <a:gdLst>
                <a:gd name="connsiteX0" fmla="*/ 14954 w 875252"/>
                <a:gd name="connsiteY0" fmla="*/ 0 h 952622"/>
                <a:gd name="connsiteX1" fmla="*/ 257080 w 875252"/>
                <a:gd name="connsiteY1" fmla="*/ 0 h 952622"/>
                <a:gd name="connsiteX2" fmla="*/ 444627 w 875252"/>
                <a:gd name="connsiteY2" fmla="*/ 324612 h 952622"/>
                <a:gd name="connsiteX3" fmla="*/ 634555 w 875252"/>
                <a:gd name="connsiteY3" fmla="*/ 95 h 952622"/>
                <a:gd name="connsiteX4" fmla="*/ 858869 w 875252"/>
                <a:gd name="connsiteY4" fmla="*/ 95 h 952622"/>
                <a:gd name="connsiteX5" fmla="*/ 565499 w 875252"/>
                <a:gd name="connsiteY5" fmla="*/ 464058 h 952622"/>
                <a:gd name="connsiteX6" fmla="*/ 875252 w 875252"/>
                <a:gd name="connsiteY6" fmla="*/ 952595 h 952622"/>
                <a:gd name="connsiteX7" fmla="*/ 634555 w 875252"/>
                <a:gd name="connsiteY7" fmla="*/ 952595 h 952622"/>
                <a:gd name="connsiteX8" fmla="*/ 426625 w 875252"/>
                <a:gd name="connsiteY8" fmla="*/ 599504 h 952622"/>
                <a:gd name="connsiteX9" fmla="*/ 224314 w 875252"/>
                <a:gd name="connsiteY9" fmla="*/ 952595 h 952622"/>
                <a:gd name="connsiteX10" fmla="*/ 0 w 875252"/>
                <a:gd name="connsiteY10" fmla="*/ 952595 h 952622"/>
                <a:gd name="connsiteX11" fmla="*/ 305562 w 875252"/>
                <a:gd name="connsiteY11" fmla="*/ 459867 h 952622"/>
                <a:gd name="connsiteX12" fmla="*/ 14954 w 875252"/>
                <a:gd name="connsiteY12" fmla="*/ 95 h 952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252" h="952622">
                  <a:moveTo>
                    <a:pt x="14954" y="0"/>
                  </a:moveTo>
                  <a:cubicBezTo>
                    <a:pt x="95631" y="0"/>
                    <a:pt x="176308" y="0"/>
                    <a:pt x="257080" y="0"/>
                  </a:cubicBezTo>
                  <a:cubicBezTo>
                    <a:pt x="319754" y="108109"/>
                    <a:pt x="381381" y="216789"/>
                    <a:pt x="444627" y="324612"/>
                  </a:cubicBezTo>
                  <a:cubicBezTo>
                    <a:pt x="508064" y="216503"/>
                    <a:pt x="571119" y="108204"/>
                    <a:pt x="634555" y="95"/>
                  </a:cubicBezTo>
                  <a:lnTo>
                    <a:pt x="858869" y="95"/>
                  </a:lnTo>
                  <a:cubicBezTo>
                    <a:pt x="761143" y="154781"/>
                    <a:pt x="663321" y="309372"/>
                    <a:pt x="565499" y="464058"/>
                  </a:cubicBezTo>
                  <a:cubicBezTo>
                    <a:pt x="668750" y="626840"/>
                    <a:pt x="772001" y="789718"/>
                    <a:pt x="875252" y="952595"/>
                  </a:cubicBezTo>
                  <a:cubicBezTo>
                    <a:pt x="795052" y="952691"/>
                    <a:pt x="714756" y="952500"/>
                    <a:pt x="634555" y="952595"/>
                  </a:cubicBezTo>
                  <a:cubicBezTo>
                    <a:pt x="565118" y="834962"/>
                    <a:pt x="496538" y="716852"/>
                    <a:pt x="426625" y="599504"/>
                  </a:cubicBezTo>
                  <a:cubicBezTo>
                    <a:pt x="358807" y="716947"/>
                    <a:pt x="291846" y="834962"/>
                    <a:pt x="224314" y="952595"/>
                  </a:cubicBezTo>
                  <a:lnTo>
                    <a:pt x="0" y="952595"/>
                  </a:lnTo>
                  <a:cubicBezTo>
                    <a:pt x="101822" y="788289"/>
                    <a:pt x="203740" y="624173"/>
                    <a:pt x="305562" y="459867"/>
                  </a:cubicBezTo>
                  <a:cubicBezTo>
                    <a:pt x="208693" y="306705"/>
                    <a:pt x="111823" y="153353"/>
                    <a:pt x="14954" y="9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2DF0011-F527-8047-800F-7E155446FCD6}"/>
                </a:ext>
              </a:extLst>
            </p:cNvPr>
            <p:cNvSpPr/>
            <p:nvPr/>
          </p:nvSpPr>
          <p:spPr>
            <a:xfrm>
              <a:off x="16351421" y="8727139"/>
              <a:ext cx="728351" cy="1144977"/>
            </a:xfrm>
            <a:custGeom>
              <a:avLst/>
              <a:gdLst>
                <a:gd name="connsiteX0" fmla="*/ 509416 w 728351"/>
                <a:gd name="connsiteY0" fmla="*/ 14429 h 1144977"/>
                <a:gd name="connsiteX1" fmla="*/ 685629 w 728351"/>
                <a:gd name="connsiteY1" fmla="*/ 904 h 1144977"/>
                <a:gd name="connsiteX2" fmla="*/ 685724 w 728351"/>
                <a:gd name="connsiteY2" fmla="*/ 151304 h 1144977"/>
                <a:gd name="connsiteX3" fmla="*/ 522275 w 728351"/>
                <a:gd name="connsiteY3" fmla="*/ 152542 h 1144977"/>
                <a:gd name="connsiteX4" fmla="*/ 628097 w 728351"/>
                <a:gd name="connsiteY4" fmla="*/ 257031 h 1144977"/>
                <a:gd name="connsiteX5" fmla="*/ 595141 w 728351"/>
                <a:gd name="connsiteY5" fmla="*/ 517730 h 1144977"/>
                <a:gd name="connsiteX6" fmla="*/ 424834 w 728351"/>
                <a:gd name="connsiteY6" fmla="*/ 596312 h 1144977"/>
                <a:gd name="connsiteX7" fmla="*/ 215093 w 728351"/>
                <a:gd name="connsiteY7" fmla="*/ 586406 h 1144977"/>
                <a:gd name="connsiteX8" fmla="*/ 207664 w 728351"/>
                <a:gd name="connsiteY8" fmla="*/ 685561 h 1144977"/>
                <a:gd name="connsiteX9" fmla="*/ 352254 w 728351"/>
                <a:gd name="connsiteY9" fmla="*/ 698229 h 1144977"/>
                <a:gd name="connsiteX10" fmla="*/ 619430 w 728351"/>
                <a:gd name="connsiteY10" fmla="*/ 722327 h 1144977"/>
                <a:gd name="connsiteX11" fmla="*/ 722490 w 728351"/>
                <a:gd name="connsiteY11" fmla="*/ 848248 h 1144977"/>
                <a:gd name="connsiteX12" fmla="*/ 671818 w 728351"/>
                <a:gd name="connsiteY12" fmla="*/ 1060560 h 1144977"/>
                <a:gd name="connsiteX13" fmla="*/ 458933 w 728351"/>
                <a:gd name="connsiteY13" fmla="*/ 1139237 h 1144977"/>
                <a:gd name="connsiteX14" fmla="*/ 192615 w 728351"/>
                <a:gd name="connsiteY14" fmla="*/ 1135141 h 1144977"/>
                <a:gd name="connsiteX15" fmla="*/ 44406 w 728351"/>
                <a:gd name="connsiteY15" fmla="*/ 1078372 h 1144977"/>
                <a:gd name="connsiteX16" fmla="*/ 53168 w 728351"/>
                <a:gd name="connsiteY16" fmla="*/ 870060 h 1144977"/>
                <a:gd name="connsiteX17" fmla="*/ 132893 w 728351"/>
                <a:gd name="connsiteY17" fmla="*/ 840533 h 1144977"/>
                <a:gd name="connsiteX18" fmla="*/ 133845 w 728351"/>
                <a:gd name="connsiteY18" fmla="*/ 828817 h 1144977"/>
                <a:gd name="connsiteX19" fmla="*/ 74886 w 728351"/>
                <a:gd name="connsiteY19" fmla="*/ 800909 h 1144977"/>
                <a:gd name="connsiteX20" fmla="*/ 62407 w 728351"/>
                <a:gd name="connsiteY20" fmla="*/ 623458 h 1144977"/>
                <a:gd name="connsiteX21" fmla="*/ 167373 w 728351"/>
                <a:gd name="connsiteY21" fmla="*/ 571451 h 1144977"/>
                <a:gd name="connsiteX22" fmla="*/ 48883 w 728351"/>
                <a:gd name="connsiteY22" fmla="*/ 446293 h 1144977"/>
                <a:gd name="connsiteX23" fmla="*/ 89078 w 728351"/>
                <a:gd name="connsiteY23" fmla="*/ 211311 h 1144977"/>
                <a:gd name="connsiteX24" fmla="*/ 259099 w 728351"/>
                <a:gd name="connsiteY24" fmla="*/ 128444 h 1144977"/>
                <a:gd name="connsiteX25" fmla="*/ 463982 w 728351"/>
                <a:gd name="connsiteY25" fmla="*/ 135397 h 1144977"/>
                <a:gd name="connsiteX26" fmla="*/ 509416 w 728351"/>
                <a:gd name="connsiteY26" fmla="*/ 14429 h 1144977"/>
                <a:gd name="connsiteX27" fmla="*/ 299866 w 728351"/>
                <a:gd name="connsiteY27" fmla="*/ 260841 h 1144977"/>
                <a:gd name="connsiteX28" fmla="*/ 226714 w 728351"/>
                <a:gd name="connsiteY28" fmla="*/ 331612 h 1144977"/>
                <a:gd name="connsiteX29" fmla="*/ 251860 w 728351"/>
                <a:gd name="connsiteY29" fmla="*/ 441245 h 1144977"/>
                <a:gd name="connsiteX30" fmla="*/ 381210 w 728351"/>
                <a:gd name="connsiteY30" fmla="*/ 465724 h 1144977"/>
                <a:gd name="connsiteX31" fmla="*/ 458838 w 728351"/>
                <a:gd name="connsiteY31" fmla="*/ 397906 h 1144977"/>
                <a:gd name="connsiteX32" fmla="*/ 431216 w 728351"/>
                <a:gd name="connsiteY32" fmla="*/ 281320 h 1144977"/>
                <a:gd name="connsiteX33" fmla="*/ 299866 w 728351"/>
                <a:gd name="connsiteY33" fmla="*/ 260841 h 1144977"/>
                <a:gd name="connsiteX34" fmla="*/ 182613 w 728351"/>
                <a:gd name="connsiteY34" fmla="*/ 987218 h 1144977"/>
                <a:gd name="connsiteX35" fmla="*/ 343872 w 728351"/>
                <a:gd name="connsiteY35" fmla="*/ 1010554 h 1144977"/>
                <a:gd name="connsiteX36" fmla="*/ 507321 w 728351"/>
                <a:gd name="connsiteY36" fmla="*/ 990170 h 1144977"/>
                <a:gd name="connsiteX37" fmla="*/ 517321 w 728351"/>
                <a:gd name="connsiteY37" fmla="*/ 890158 h 1144977"/>
                <a:gd name="connsiteX38" fmla="*/ 428644 w 728351"/>
                <a:gd name="connsiteY38" fmla="*/ 870536 h 1144977"/>
                <a:gd name="connsiteX39" fmla="*/ 180994 w 728351"/>
                <a:gd name="connsiteY39" fmla="*/ 870155 h 1144977"/>
                <a:gd name="connsiteX40" fmla="*/ 182613 w 728351"/>
                <a:gd name="connsiteY40" fmla="*/ 987218 h 114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28351" h="1144977">
                  <a:moveTo>
                    <a:pt x="509416" y="14429"/>
                  </a:moveTo>
                  <a:cubicBezTo>
                    <a:pt x="564471" y="-10431"/>
                    <a:pt x="627240" y="5381"/>
                    <a:pt x="685629" y="904"/>
                  </a:cubicBezTo>
                  <a:cubicBezTo>
                    <a:pt x="685629" y="51005"/>
                    <a:pt x="685629" y="101202"/>
                    <a:pt x="685724" y="151304"/>
                  </a:cubicBezTo>
                  <a:cubicBezTo>
                    <a:pt x="631146" y="151875"/>
                    <a:pt x="576663" y="150065"/>
                    <a:pt x="522275" y="152542"/>
                  </a:cubicBezTo>
                  <a:cubicBezTo>
                    <a:pt x="564185" y="179498"/>
                    <a:pt x="607809" y="209311"/>
                    <a:pt x="628097" y="257031"/>
                  </a:cubicBezTo>
                  <a:cubicBezTo>
                    <a:pt x="665245" y="340280"/>
                    <a:pt x="658673" y="448769"/>
                    <a:pt x="595141" y="517730"/>
                  </a:cubicBezTo>
                  <a:cubicBezTo>
                    <a:pt x="551136" y="564879"/>
                    <a:pt x="487223" y="587168"/>
                    <a:pt x="424834" y="596312"/>
                  </a:cubicBezTo>
                  <a:cubicBezTo>
                    <a:pt x="355112" y="605551"/>
                    <a:pt x="283388" y="603932"/>
                    <a:pt x="215093" y="586406"/>
                  </a:cubicBezTo>
                  <a:cubicBezTo>
                    <a:pt x="183757" y="608123"/>
                    <a:pt x="170231" y="663177"/>
                    <a:pt x="207664" y="685561"/>
                  </a:cubicBezTo>
                  <a:cubicBezTo>
                    <a:pt x="252527" y="707087"/>
                    <a:pt x="304247" y="695181"/>
                    <a:pt x="352254" y="698229"/>
                  </a:cubicBezTo>
                  <a:cubicBezTo>
                    <a:pt x="441312" y="701277"/>
                    <a:pt x="534848" y="687085"/>
                    <a:pt x="619430" y="722327"/>
                  </a:cubicBezTo>
                  <a:cubicBezTo>
                    <a:pt x="672484" y="743282"/>
                    <a:pt x="712108" y="792241"/>
                    <a:pt x="722490" y="848248"/>
                  </a:cubicBezTo>
                  <a:cubicBezTo>
                    <a:pt x="736301" y="921019"/>
                    <a:pt x="728110" y="1006744"/>
                    <a:pt x="671818" y="1060560"/>
                  </a:cubicBezTo>
                  <a:cubicBezTo>
                    <a:pt x="614857" y="1114281"/>
                    <a:pt x="534086" y="1130283"/>
                    <a:pt x="458933" y="1139237"/>
                  </a:cubicBezTo>
                  <a:cubicBezTo>
                    <a:pt x="370447" y="1147428"/>
                    <a:pt x="280721" y="1147524"/>
                    <a:pt x="192615" y="1135141"/>
                  </a:cubicBezTo>
                  <a:cubicBezTo>
                    <a:pt x="140322" y="1126473"/>
                    <a:pt x="85744" y="1113233"/>
                    <a:pt x="44406" y="1078372"/>
                  </a:cubicBezTo>
                  <a:cubicBezTo>
                    <a:pt x="-17698" y="1026937"/>
                    <a:pt x="-14554" y="915209"/>
                    <a:pt x="53168" y="870060"/>
                  </a:cubicBezTo>
                  <a:cubicBezTo>
                    <a:pt x="76505" y="852820"/>
                    <a:pt x="105461" y="847867"/>
                    <a:pt x="132893" y="840533"/>
                  </a:cubicBezTo>
                  <a:cubicBezTo>
                    <a:pt x="133179" y="837580"/>
                    <a:pt x="133560" y="831674"/>
                    <a:pt x="133845" y="828817"/>
                  </a:cubicBezTo>
                  <a:cubicBezTo>
                    <a:pt x="113747" y="820149"/>
                    <a:pt x="91459" y="815577"/>
                    <a:pt x="74886" y="800909"/>
                  </a:cubicBezTo>
                  <a:cubicBezTo>
                    <a:pt x="22880" y="759475"/>
                    <a:pt x="13259" y="670702"/>
                    <a:pt x="62407" y="623458"/>
                  </a:cubicBezTo>
                  <a:cubicBezTo>
                    <a:pt x="90411" y="594597"/>
                    <a:pt x="130036" y="582786"/>
                    <a:pt x="167373" y="571451"/>
                  </a:cubicBezTo>
                  <a:cubicBezTo>
                    <a:pt x="114129" y="546401"/>
                    <a:pt x="66980" y="503538"/>
                    <a:pt x="48883" y="446293"/>
                  </a:cubicBezTo>
                  <a:cubicBezTo>
                    <a:pt x="23546" y="368283"/>
                    <a:pt x="33357" y="274271"/>
                    <a:pt x="89078" y="211311"/>
                  </a:cubicBezTo>
                  <a:cubicBezTo>
                    <a:pt x="132036" y="162448"/>
                    <a:pt x="196043" y="138159"/>
                    <a:pt x="259099" y="128444"/>
                  </a:cubicBezTo>
                  <a:cubicBezTo>
                    <a:pt x="327012" y="118728"/>
                    <a:pt x="396925" y="119871"/>
                    <a:pt x="463982" y="135397"/>
                  </a:cubicBezTo>
                  <a:cubicBezTo>
                    <a:pt x="462457" y="91963"/>
                    <a:pt x="465697" y="37289"/>
                    <a:pt x="509416" y="14429"/>
                  </a:cubicBezTo>
                  <a:moveTo>
                    <a:pt x="299866" y="260841"/>
                  </a:moveTo>
                  <a:cubicBezTo>
                    <a:pt x="264243" y="267223"/>
                    <a:pt x="231476" y="294464"/>
                    <a:pt x="226714" y="331612"/>
                  </a:cubicBezTo>
                  <a:cubicBezTo>
                    <a:pt x="221476" y="368855"/>
                    <a:pt x="221571" y="413908"/>
                    <a:pt x="251860" y="441245"/>
                  </a:cubicBezTo>
                  <a:cubicBezTo>
                    <a:pt x="286817" y="471534"/>
                    <a:pt x="337585" y="472201"/>
                    <a:pt x="381210" y="465724"/>
                  </a:cubicBezTo>
                  <a:cubicBezTo>
                    <a:pt x="417214" y="460676"/>
                    <a:pt x="452171" y="435339"/>
                    <a:pt x="458838" y="397906"/>
                  </a:cubicBezTo>
                  <a:cubicBezTo>
                    <a:pt x="465315" y="358282"/>
                    <a:pt x="465315" y="308942"/>
                    <a:pt x="431216" y="281320"/>
                  </a:cubicBezTo>
                  <a:cubicBezTo>
                    <a:pt x="394164" y="253221"/>
                    <a:pt x="343586" y="252935"/>
                    <a:pt x="299866" y="260841"/>
                  </a:cubicBezTo>
                  <a:moveTo>
                    <a:pt x="182613" y="987218"/>
                  </a:moveTo>
                  <a:cubicBezTo>
                    <a:pt x="230810" y="1015888"/>
                    <a:pt x="289960" y="1009411"/>
                    <a:pt x="343872" y="1010554"/>
                  </a:cubicBezTo>
                  <a:cubicBezTo>
                    <a:pt x="398354" y="1009411"/>
                    <a:pt x="457124" y="1016078"/>
                    <a:pt x="507321" y="990170"/>
                  </a:cubicBezTo>
                  <a:cubicBezTo>
                    <a:pt x="543135" y="972073"/>
                    <a:pt x="550183" y="914256"/>
                    <a:pt x="517321" y="890158"/>
                  </a:cubicBezTo>
                  <a:cubicBezTo>
                    <a:pt x="491509" y="872346"/>
                    <a:pt x="458744" y="871394"/>
                    <a:pt x="428644" y="870536"/>
                  </a:cubicBezTo>
                  <a:cubicBezTo>
                    <a:pt x="346062" y="870155"/>
                    <a:pt x="263481" y="871013"/>
                    <a:pt x="180994" y="870155"/>
                  </a:cubicBezTo>
                  <a:cubicBezTo>
                    <a:pt x="153467" y="902064"/>
                    <a:pt x="142608" y="960548"/>
                    <a:pt x="182613" y="9872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871B77-82D8-9E96-7FDF-19E07894D012}"/>
                </a:ext>
              </a:extLst>
            </p:cNvPr>
            <p:cNvSpPr/>
            <p:nvPr/>
          </p:nvSpPr>
          <p:spPr>
            <a:xfrm>
              <a:off x="10085832" y="8849421"/>
              <a:ext cx="669369" cy="749856"/>
            </a:xfrm>
            <a:custGeom>
              <a:avLst/>
              <a:gdLst>
                <a:gd name="connsiteX0" fmla="*/ 260667 w 669369"/>
                <a:gd name="connsiteY0" fmla="*/ 6542 h 749856"/>
                <a:gd name="connsiteX1" fmla="*/ 515461 w 669369"/>
                <a:gd name="connsiteY1" fmla="*/ 44071 h 749856"/>
                <a:gd name="connsiteX2" fmla="*/ 650335 w 669369"/>
                <a:gd name="connsiteY2" fmla="*/ 226855 h 749856"/>
                <a:gd name="connsiteX3" fmla="*/ 669099 w 669369"/>
                <a:gd name="connsiteY3" fmla="*/ 426404 h 749856"/>
                <a:gd name="connsiteX4" fmla="*/ 208470 w 669369"/>
                <a:gd name="connsiteY4" fmla="*/ 426404 h 749856"/>
                <a:gd name="connsiteX5" fmla="*/ 248666 w 669369"/>
                <a:gd name="connsiteY5" fmla="*/ 550039 h 749856"/>
                <a:gd name="connsiteX6" fmla="*/ 408590 w 669369"/>
                <a:gd name="connsiteY6" fmla="*/ 587472 h 749856"/>
                <a:gd name="connsiteX7" fmla="*/ 543464 w 669369"/>
                <a:gd name="connsiteY7" fmla="*/ 505081 h 749856"/>
                <a:gd name="connsiteX8" fmla="*/ 645001 w 669369"/>
                <a:gd name="connsiteY8" fmla="*/ 630239 h 749856"/>
                <a:gd name="connsiteX9" fmla="*/ 370110 w 669369"/>
                <a:gd name="connsiteY9" fmla="*/ 749111 h 749856"/>
                <a:gd name="connsiteX10" fmla="*/ 115697 w 669369"/>
                <a:gd name="connsiteY10" fmla="*/ 673673 h 749856"/>
                <a:gd name="connsiteX11" fmla="*/ 2444 w 669369"/>
                <a:gd name="connsiteY11" fmla="*/ 428785 h 749856"/>
                <a:gd name="connsiteX12" fmla="*/ 63881 w 669369"/>
                <a:gd name="connsiteY12" fmla="*/ 132082 h 749856"/>
                <a:gd name="connsiteX13" fmla="*/ 260667 w 669369"/>
                <a:gd name="connsiteY13" fmla="*/ 6542 h 749856"/>
                <a:gd name="connsiteX14" fmla="*/ 236283 w 669369"/>
                <a:gd name="connsiteY14" fmla="*/ 199900 h 749856"/>
                <a:gd name="connsiteX15" fmla="*/ 208375 w 669369"/>
                <a:gd name="connsiteY15" fmla="*/ 307246 h 749856"/>
                <a:gd name="connsiteX16" fmla="*/ 460216 w 669369"/>
                <a:gd name="connsiteY16" fmla="*/ 307246 h 749856"/>
                <a:gd name="connsiteX17" fmla="*/ 429450 w 669369"/>
                <a:gd name="connsiteY17" fmla="*/ 188851 h 749856"/>
                <a:gd name="connsiteX18" fmla="*/ 236283 w 669369"/>
                <a:gd name="connsiteY18" fmla="*/ 199900 h 749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369" h="749856">
                  <a:moveTo>
                    <a:pt x="260667" y="6542"/>
                  </a:moveTo>
                  <a:cubicBezTo>
                    <a:pt x="346297" y="-7650"/>
                    <a:pt x="439261" y="-316"/>
                    <a:pt x="515461" y="44071"/>
                  </a:cubicBezTo>
                  <a:cubicBezTo>
                    <a:pt x="583279" y="83123"/>
                    <a:pt x="629285" y="152465"/>
                    <a:pt x="650335" y="226855"/>
                  </a:cubicBezTo>
                  <a:cubicBezTo>
                    <a:pt x="669956" y="291435"/>
                    <a:pt x="669956" y="359539"/>
                    <a:pt x="669099" y="426404"/>
                  </a:cubicBezTo>
                  <a:cubicBezTo>
                    <a:pt x="515556" y="426404"/>
                    <a:pt x="362013" y="426404"/>
                    <a:pt x="208470" y="426404"/>
                  </a:cubicBezTo>
                  <a:cubicBezTo>
                    <a:pt x="208565" y="470124"/>
                    <a:pt x="215900" y="518035"/>
                    <a:pt x="248666" y="550039"/>
                  </a:cubicBezTo>
                  <a:cubicBezTo>
                    <a:pt x="290004" y="590806"/>
                    <a:pt x="353822" y="596140"/>
                    <a:pt x="408590" y="587472"/>
                  </a:cubicBezTo>
                  <a:cubicBezTo>
                    <a:pt x="462693" y="579090"/>
                    <a:pt x="506603" y="543181"/>
                    <a:pt x="543464" y="505081"/>
                  </a:cubicBezTo>
                  <a:cubicBezTo>
                    <a:pt x="577373" y="546705"/>
                    <a:pt x="610235" y="589282"/>
                    <a:pt x="645001" y="630239"/>
                  </a:cubicBezTo>
                  <a:cubicBezTo>
                    <a:pt x="576993" y="708916"/>
                    <a:pt x="471741" y="744920"/>
                    <a:pt x="370110" y="749111"/>
                  </a:cubicBezTo>
                  <a:cubicBezTo>
                    <a:pt x="280384" y="754159"/>
                    <a:pt x="184848" y="734062"/>
                    <a:pt x="115697" y="673673"/>
                  </a:cubicBezTo>
                  <a:cubicBezTo>
                    <a:pt x="44640" y="613094"/>
                    <a:pt x="10255" y="519844"/>
                    <a:pt x="2444" y="428785"/>
                  </a:cubicBezTo>
                  <a:cubicBezTo>
                    <a:pt x="-6128" y="327249"/>
                    <a:pt x="6350" y="218664"/>
                    <a:pt x="63881" y="132082"/>
                  </a:cubicBezTo>
                  <a:cubicBezTo>
                    <a:pt x="107886" y="64645"/>
                    <a:pt x="181800" y="19972"/>
                    <a:pt x="260667" y="6542"/>
                  </a:cubicBezTo>
                  <a:moveTo>
                    <a:pt x="236283" y="199900"/>
                  </a:moveTo>
                  <a:cubicBezTo>
                    <a:pt x="213804" y="230856"/>
                    <a:pt x="209042" y="270004"/>
                    <a:pt x="208375" y="307246"/>
                  </a:cubicBezTo>
                  <a:lnTo>
                    <a:pt x="460216" y="307246"/>
                  </a:lnTo>
                  <a:cubicBezTo>
                    <a:pt x="459835" y="266289"/>
                    <a:pt x="455930" y="222093"/>
                    <a:pt x="429450" y="188851"/>
                  </a:cubicBezTo>
                  <a:cubicBezTo>
                    <a:pt x="382111" y="129700"/>
                    <a:pt x="278003" y="138273"/>
                    <a:pt x="236283" y="1999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8EB9A85-89C6-1EC3-5478-A8F89D67749A}"/>
                </a:ext>
              </a:extLst>
            </p:cNvPr>
            <p:cNvSpPr/>
            <p:nvPr/>
          </p:nvSpPr>
          <p:spPr>
            <a:xfrm>
              <a:off x="10852675" y="8849297"/>
              <a:ext cx="625965" cy="749878"/>
            </a:xfrm>
            <a:custGeom>
              <a:avLst/>
              <a:gdLst>
                <a:gd name="connsiteX0" fmla="*/ 115044 w 625965"/>
                <a:gd name="connsiteY0" fmla="*/ 72770 h 749878"/>
                <a:gd name="connsiteX1" fmla="*/ 437561 w 625965"/>
                <a:gd name="connsiteY1" fmla="*/ 13810 h 749878"/>
                <a:gd name="connsiteX2" fmla="*/ 621870 w 625965"/>
                <a:gd name="connsiteY2" fmla="*/ 187165 h 749878"/>
                <a:gd name="connsiteX3" fmla="*/ 458230 w 625965"/>
                <a:gd name="connsiteY3" fmla="*/ 258221 h 749878"/>
                <a:gd name="connsiteX4" fmla="*/ 411843 w 625965"/>
                <a:gd name="connsiteY4" fmla="*/ 184117 h 749878"/>
                <a:gd name="connsiteX5" fmla="*/ 233916 w 625965"/>
                <a:gd name="connsiteY5" fmla="*/ 212120 h 749878"/>
                <a:gd name="connsiteX6" fmla="*/ 210771 w 625965"/>
                <a:gd name="connsiteY6" fmla="*/ 371093 h 749878"/>
                <a:gd name="connsiteX7" fmla="*/ 230868 w 625965"/>
                <a:gd name="connsiteY7" fmla="*/ 533684 h 749878"/>
                <a:gd name="connsiteX8" fmla="*/ 439371 w 625965"/>
                <a:gd name="connsiteY8" fmla="*/ 540352 h 749878"/>
                <a:gd name="connsiteX9" fmla="*/ 468708 w 625965"/>
                <a:gd name="connsiteY9" fmla="*/ 483392 h 749878"/>
                <a:gd name="connsiteX10" fmla="*/ 625965 w 625965"/>
                <a:gd name="connsiteY10" fmla="*/ 551782 h 749878"/>
                <a:gd name="connsiteX11" fmla="*/ 521095 w 625965"/>
                <a:gd name="connsiteY11" fmla="*/ 697800 h 749878"/>
                <a:gd name="connsiteX12" fmla="*/ 271921 w 625965"/>
                <a:gd name="connsiteY12" fmla="*/ 745425 h 749878"/>
                <a:gd name="connsiteX13" fmla="*/ 70086 w 625965"/>
                <a:gd name="connsiteY13" fmla="*/ 627696 h 749878"/>
                <a:gd name="connsiteX14" fmla="*/ 1316 w 625965"/>
                <a:gd name="connsiteY14" fmla="*/ 333183 h 749878"/>
                <a:gd name="connsiteX15" fmla="*/ 115044 w 625965"/>
                <a:gd name="connsiteY15" fmla="*/ 72770 h 749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65" h="749878">
                  <a:moveTo>
                    <a:pt x="115044" y="72770"/>
                  </a:moveTo>
                  <a:cubicBezTo>
                    <a:pt x="202770" y="-1430"/>
                    <a:pt x="329357" y="-14479"/>
                    <a:pt x="437561" y="13810"/>
                  </a:cubicBezTo>
                  <a:cubicBezTo>
                    <a:pt x="523476" y="36003"/>
                    <a:pt x="592628" y="104202"/>
                    <a:pt x="621870" y="187165"/>
                  </a:cubicBezTo>
                  <a:cubicBezTo>
                    <a:pt x="567387" y="211073"/>
                    <a:pt x="512713" y="234504"/>
                    <a:pt x="458230" y="258221"/>
                  </a:cubicBezTo>
                  <a:cubicBezTo>
                    <a:pt x="449086" y="230313"/>
                    <a:pt x="436418" y="201738"/>
                    <a:pt x="411843" y="184117"/>
                  </a:cubicBezTo>
                  <a:cubicBezTo>
                    <a:pt x="358503" y="144969"/>
                    <a:pt x="269445" y="152494"/>
                    <a:pt x="233916" y="212120"/>
                  </a:cubicBezTo>
                  <a:cubicBezTo>
                    <a:pt x="204294" y="259650"/>
                    <a:pt x="211342" y="317753"/>
                    <a:pt x="210771" y="371093"/>
                  </a:cubicBezTo>
                  <a:cubicBezTo>
                    <a:pt x="212104" y="425385"/>
                    <a:pt x="203055" y="484059"/>
                    <a:pt x="230868" y="533684"/>
                  </a:cubicBezTo>
                  <a:cubicBezTo>
                    <a:pt x="271350" y="608265"/>
                    <a:pt x="392317" y="607884"/>
                    <a:pt x="439371" y="540352"/>
                  </a:cubicBezTo>
                  <a:cubicBezTo>
                    <a:pt x="452134" y="523112"/>
                    <a:pt x="460135" y="502919"/>
                    <a:pt x="468708" y="483392"/>
                  </a:cubicBezTo>
                  <a:cubicBezTo>
                    <a:pt x="521095" y="506252"/>
                    <a:pt x="573578" y="528922"/>
                    <a:pt x="625965" y="551782"/>
                  </a:cubicBezTo>
                  <a:cubicBezTo>
                    <a:pt x="605106" y="608741"/>
                    <a:pt x="571673" y="662939"/>
                    <a:pt x="521095" y="697800"/>
                  </a:cubicBezTo>
                  <a:cubicBezTo>
                    <a:pt x="449372" y="748092"/>
                    <a:pt x="356598" y="756855"/>
                    <a:pt x="271921" y="745425"/>
                  </a:cubicBezTo>
                  <a:cubicBezTo>
                    <a:pt x="192673" y="734757"/>
                    <a:pt x="116473" y="693800"/>
                    <a:pt x="70086" y="627696"/>
                  </a:cubicBezTo>
                  <a:cubicBezTo>
                    <a:pt x="9603" y="543114"/>
                    <a:pt x="-4876" y="434624"/>
                    <a:pt x="1316" y="333183"/>
                  </a:cubicBezTo>
                  <a:cubicBezTo>
                    <a:pt x="7031" y="237171"/>
                    <a:pt x="39702" y="136778"/>
                    <a:pt x="115044" y="727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D9AA833-AD83-E679-5D6E-186A8D02B00C}"/>
                </a:ext>
              </a:extLst>
            </p:cNvPr>
            <p:cNvSpPr/>
            <p:nvPr/>
          </p:nvSpPr>
          <p:spPr>
            <a:xfrm>
              <a:off x="13262546" y="8849276"/>
              <a:ext cx="625919" cy="749850"/>
            </a:xfrm>
            <a:custGeom>
              <a:avLst/>
              <a:gdLst>
                <a:gd name="connsiteX0" fmla="*/ 114142 w 625919"/>
                <a:gd name="connsiteY0" fmla="*/ 73457 h 749850"/>
                <a:gd name="connsiteX1" fmla="*/ 437897 w 625919"/>
                <a:gd name="connsiteY1" fmla="*/ 13831 h 749850"/>
                <a:gd name="connsiteX2" fmla="*/ 621920 w 625919"/>
                <a:gd name="connsiteY2" fmla="*/ 187281 h 749850"/>
                <a:gd name="connsiteX3" fmla="*/ 458280 w 625919"/>
                <a:gd name="connsiteY3" fmla="*/ 258242 h 749850"/>
                <a:gd name="connsiteX4" fmla="*/ 399225 w 625919"/>
                <a:gd name="connsiteY4" fmla="*/ 175946 h 749850"/>
                <a:gd name="connsiteX5" fmla="*/ 237776 w 625919"/>
                <a:gd name="connsiteY5" fmla="*/ 206426 h 749850"/>
                <a:gd name="connsiteX6" fmla="*/ 210725 w 625919"/>
                <a:gd name="connsiteY6" fmla="*/ 371209 h 749850"/>
                <a:gd name="connsiteX7" fmla="*/ 231013 w 625919"/>
                <a:gd name="connsiteY7" fmla="*/ 534086 h 749850"/>
                <a:gd name="connsiteX8" fmla="*/ 437992 w 625919"/>
                <a:gd name="connsiteY8" fmla="*/ 542278 h 749850"/>
                <a:gd name="connsiteX9" fmla="*/ 468662 w 625919"/>
                <a:gd name="connsiteY9" fmla="*/ 483413 h 749850"/>
                <a:gd name="connsiteX10" fmla="*/ 625920 w 625919"/>
                <a:gd name="connsiteY10" fmla="*/ 551898 h 749850"/>
                <a:gd name="connsiteX11" fmla="*/ 514573 w 625919"/>
                <a:gd name="connsiteY11" fmla="*/ 702203 h 749850"/>
                <a:gd name="connsiteX12" fmla="*/ 265494 w 625919"/>
                <a:gd name="connsiteY12" fmla="*/ 744398 h 749850"/>
                <a:gd name="connsiteX13" fmla="*/ 66422 w 625919"/>
                <a:gd name="connsiteY13" fmla="*/ 622478 h 749850"/>
                <a:gd name="connsiteX14" fmla="*/ 1937 w 625919"/>
                <a:gd name="connsiteY14" fmla="*/ 324441 h 749850"/>
                <a:gd name="connsiteX15" fmla="*/ 114142 w 625919"/>
                <a:gd name="connsiteY15" fmla="*/ 73457 h 74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19" h="749850">
                  <a:moveTo>
                    <a:pt x="114142" y="73457"/>
                  </a:moveTo>
                  <a:cubicBezTo>
                    <a:pt x="201962" y="-1409"/>
                    <a:pt x="329121" y="-14554"/>
                    <a:pt x="437897" y="13831"/>
                  </a:cubicBezTo>
                  <a:cubicBezTo>
                    <a:pt x="523717" y="36215"/>
                    <a:pt x="592582" y="104318"/>
                    <a:pt x="621920" y="187281"/>
                  </a:cubicBezTo>
                  <a:cubicBezTo>
                    <a:pt x="567341" y="210998"/>
                    <a:pt x="512763" y="234525"/>
                    <a:pt x="458280" y="258242"/>
                  </a:cubicBezTo>
                  <a:cubicBezTo>
                    <a:pt x="448184" y="225476"/>
                    <a:pt x="430753" y="192425"/>
                    <a:pt x="399225" y="175946"/>
                  </a:cubicBezTo>
                  <a:cubicBezTo>
                    <a:pt x="347599" y="148133"/>
                    <a:pt x="272447" y="155658"/>
                    <a:pt x="237776" y="206426"/>
                  </a:cubicBezTo>
                  <a:cubicBezTo>
                    <a:pt x="203772" y="254432"/>
                    <a:pt x="211202" y="315869"/>
                    <a:pt x="210725" y="371209"/>
                  </a:cubicBezTo>
                  <a:cubicBezTo>
                    <a:pt x="212059" y="425692"/>
                    <a:pt x="203105" y="484366"/>
                    <a:pt x="231013" y="534086"/>
                  </a:cubicBezTo>
                  <a:cubicBezTo>
                    <a:pt x="271304" y="607524"/>
                    <a:pt x="390081" y="607905"/>
                    <a:pt x="437992" y="542278"/>
                  </a:cubicBezTo>
                  <a:cubicBezTo>
                    <a:pt x="451422" y="524561"/>
                    <a:pt x="459899" y="503702"/>
                    <a:pt x="468662" y="483413"/>
                  </a:cubicBezTo>
                  <a:cubicBezTo>
                    <a:pt x="521050" y="506178"/>
                    <a:pt x="573532" y="528943"/>
                    <a:pt x="625920" y="551898"/>
                  </a:cubicBezTo>
                  <a:cubicBezTo>
                    <a:pt x="604298" y="611144"/>
                    <a:pt x="568579" y="667532"/>
                    <a:pt x="514573" y="702203"/>
                  </a:cubicBezTo>
                  <a:cubicBezTo>
                    <a:pt x="441706" y="749732"/>
                    <a:pt x="349600" y="756971"/>
                    <a:pt x="265494" y="744398"/>
                  </a:cubicBezTo>
                  <a:cubicBezTo>
                    <a:pt x="186341" y="732492"/>
                    <a:pt x="111189" y="689534"/>
                    <a:pt x="66422" y="622478"/>
                  </a:cubicBezTo>
                  <a:cubicBezTo>
                    <a:pt x="7366" y="535991"/>
                    <a:pt x="-5587" y="426644"/>
                    <a:pt x="1937" y="324441"/>
                  </a:cubicBezTo>
                  <a:cubicBezTo>
                    <a:pt x="8890" y="231668"/>
                    <a:pt x="41656" y="135465"/>
                    <a:pt x="114142" y="7345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BEADA96-1A80-9EB1-DBCA-0EBF9FDAB801}"/>
                </a:ext>
              </a:extLst>
            </p:cNvPr>
            <p:cNvSpPr/>
            <p:nvPr/>
          </p:nvSpPr>
          <p:spPr>
            <a:xfrm>
              <a:off x="14778191" y="8849530"/>
              <a:ext cx="689710" cy="749617"/>
            </a:xfrm>
            <a:custGeom>
              <a:avLst/>
              <a:gdLst>
                <a:gd name="connsiteX0" fmla="*/ 27247 w 689710"/>
                <a:gd name="connsiteY0" fmla="*/ 137021 h 749617"/>
                <a:gd name="connsiteX1" fmla="*/ 239750 w 689710"/>
                <a:gd name="connsiteY1" fmla="*/ 5290 h 749617"/>
                <a:gd name="connsiteX2" fmla="*/ 522070 w 689710"/>
                <a:gd name="connsiteY2" fmla="*/ 49582 h 749617"/>
                <a:gd name="connsiteX3" fmla="*/ 622654 w 689710"/>
                <a:gd name="connsiteY3" fmla="*/ 247606 h 749617"/>
                <a:gd name="connsiteX4" fmla="*/ 623036 w 689710"/>
                <a:gd name="connsiteY4" fmla="*/ 575838 h 749617"/>
                <a:gd name="connsiteX5" fmla="*/ 689711 w 689710"/>
                <a:gd name="connsiteY5" fmla="*/ 575933 h 749617"/>
                <a:gd name="connsiteX6" fmla="*/ 689711 w 689710"/>
                <a:gd name="connsiteY6" fmla="*/ 733000 h 749617"/>
                <a:gd name="connsiteX7" fmla="*/ 506259 w 689710"/>
                <a:gd name="connsiteY7" fmla="*/ 713950 h 749617"/>
                <a:gd name="connsiteX8" fmla="*/ 438441 w 689710"/>
                <a:gd name="connsiteY8" fmla="*/ 603270 h 749617"/>
                <a:gd name="connsiteX9" fmla="*/ 388625 w 689710"/>
                <a:gd name="connsiteY9" fmla="*/ 690805 h 749617"/>
                <a:gd name="connsiteX10" fmla="*/ 169074 w 689710"/>
                <a:gd name="connsiteY10" fmla="*/ 745288 h 749617"/>
                <a:gd name="connsiteX11" fmla="*/ 15341 w 689710"/>
                <a:gd name="connsiteY11" fmla="*/ 626892 h 749617"/>
                <a:gd name="connsiteX12" fmla="*/ 37153 w 689710"/>
                <a:gd name="connsiteY12" fmla="*/ 416008 h 749617"/>
                <a:gd name="connsiteX13" fmla="*/ 191076 w 689710"/>
                <a:gd name="connsiteY13" fmla="*/ 327521 h 749617"/>
                <a:gd name="connsiteX14" fmla="*/ 420629 w 689710"/>
                <a:gd name="connsiteY14" fmla="*/ 316663 h 749617"/>
                <a:gd name="connsiteX15" fmla="*/ 392911 w 689710"/>
                <a:gd name="connsiteY15" fmla="*/ 189028 h 749617"/>
                <a:gd name="connsiteX16" fmla="*/ 258323 w 689710"/>
                <a:gd name="connsiteY16" fmla="*/ 163310 h 749617"/>
                <a:gd name="connsiteX17" fmla="*/ 147452 w 689710"/>
                <a:gd name="connsiteY17" fmla="*/ 243130 h 749617"/>
                <a:gd name="connsiteX18" fmla="*/ 27247 w 689710"/>
                <a:gd name="connsiteY18" fmla="*/ 137021 h 749617"/>
                <a:gd name="connsiteX19" fmla="*/ 252894 w 689710"/>
                <a:gd name="connsiteY19" fmla="*/ 442583 h 749617"/>
                <a:gd name="connsiteX20" fmla="*/ 260038 w 689710"/>
                <a:gd name="connsiteY20" fmla="*/ 604508 h 749617"/>
                <a:gd name="connsiteX21" fmla="*/ 401579 w 689710"/>
                <a:gd name="connsiteY21" fmla="*/ 571552 h 749617"/>
                <a:gd name="connsiteX22" fmla="*/ 420534 w 689710"/>
                <a:gd name="connsiteY22" fmla="*/ 431725 h 749617"/>
                <a:gd name="connsiteX23" fmla="*/ 252894 w 689710"/>
                <a:gd name="connsiteY23" fmla="*/ 442583 h 74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9710" h="749617">
                  <a:moveTo>
                    <a:pt x="27247" y="137021"/>
                  </a:moveTo>
                  <a:cubicBezTo>
                    <a:pt x="73634" y="63583"/>
                    <a:pt x="153834" y="15387"/>
                    <a:pt x="239750" y="5290"/>
                  </a:cubicBezTo>
                  <a:cubicBezTo>
                    <a:pt x="334618" y="-6044"/>
                    <a:pt x="438632" y="-2520"/>
                    <a:pt x="522070" y="49582"/>
                  </a:cubicBezTo>
                  <a:cubicBezTo>
                    <a:pt x="588936" y="91015"/>
                    <a:pt x="621988" y="171025"/>
                    <a:pt x="622654" y="247606"/>
                  </a:cubicBezTo>
                  <a:cubicBezTo>
                    <a:pt x="623512" y="357049"/>
                    <a:pt x="622654" y="466396"/>
                    <a:pt x="623036" y="575838"/>
                  </a:cubicBezTo>
                  <a:cubicBezTo>
                    <a:pt x="645134" y="575838"/>
                    <a:pt x="667422" y="575838"/>
                    <a:pt x="689711" y="575933"/>
                  </a:cubicBezTo>
                  <a:cubicBezTo>
                    <a:pt x="689615" y="628225"/>
                    <a:pt x="689615" y="680613"/>
                    <a:pt x="689711" y="733000"/>
                  </a:cubicBezTo>
                  <a:cubicBezTo>
                    <a:pt x="628750" y="728238"/>
                    <a:pt x="561790" y="746621"/>
                    <a:pt x="506259" y="713950"/>
                  </a:cubicBezTo>
                  <a:cubicBezTo>
                    <a:pt x="466540" y="690614"/>
                    <a:pt x="448442" y="646037"/>
                    <a:pt x="438441" y="603270"/>
                  </a:cubicBezTo>
                  <a:cubicBezTo>
                    <a:pt x="423963" y="633559"/>
                    <a:pt x="413866" y="667278"/>
                    <a:pt x="388625" y="690805"/>
                  </a:cubicBezTo>
                  <a:cubicBezTo>
                    <a:pt x="331952" y="747193"/>
                    <a:pt x="244702" y="756908"/>
                    <a:pt x="169074" y="745288"/>
                  </a:cubicBezTo>
                  <a:cubicBezTo>
                    <a:pt x="102113" y="735477"/>
                    <a:pt x="38676" y="691948"/>
                    <a:pt x="15341" y="626892"/>
                  </a:cubicBezTo>
                  <a:cubicBezTo>
                    <a:pt x="-9234" y="558693"/>
                    <a:pt x="-5900" y="476302"/>
                    <a:pt x="37153" y="416008"/>
                  </a:cubicBezTo>
                  <a:cubicBezTo>
                    <a:pt x="73062" y="366097"/>
                    <a:pt x="132498" y="339808"/>
                    <a:pt x="191076" y="327521"/>
                  </a:cubicBezTo>
                  <a:cubicBezTo>
                    <a:pt x="266515" y="311424"/>
                    <a:pt x="344048" y="317996"/>
                    <a:pt x="420629" y="316663"/>
                  </a:cubicBezTo>
                  <a:cubicBezTo>
                    <a:pt x="420439" y="273419"/>
                    <a:pt x="425963" y="222746"/>
                    <a:pt x="392911" y="189028"/>
                  </a:cubicBezTo>
                  <a:cubicBezTo>
                    <a:pt x="357764" y="155119"/>
                    <a:pt x="303377" y="154547"/>
                    <a:pt x="258323" y="163310"/>
                  </a:cubicBezTo>
                  <a:cubicBezTo>
                    <a:pt x="211460" y="172359"/>
                    <a:pt x="174884" y="205982"/>
                    <a:pt x="147452" y="243130"/>
                  </a:cubicBezTo>
                  <a:cubicBezTo>
                    <a:pt x="107447" y="207697"/>
                    <a:pt x="67728" y="171883"/>
                    <a:pt x="27247" y="137021"/>
                  </a:cubicBezTo>
                  <a:moveTo>
                    <a:pt x="252894" y="442583"/>
                  </a:moveTo>
                  <a:cubicBezTo>
                    <a:pt x="182600" y="464872"/>
                    <a:pt x="184981" y="591078"/>
                    <a:pt x="260038" y="604508"/>
                  </a:cubicBezTo>
                  <a:cubicBezTo>
                    <a:pt x="308044" y="613557"/>
                    <a:pt x="366337" y="609461"/>
                    <a:pt x="401579" y="571552"/>
                  </a:cubicBezTo>
                  <a:cubicBezTo>
                    <a:pt x="433298" y="532213"/>
                    <a:pt x="416438" y="477921"/>
                    <a:pt x="420534" y="431725"/>
                  </a:cubicBezTo>
                  <a:cubicBezTo>
                    <a:pt x="364813" y="434677"/>
                    <a:pt x="306615" y="423724"/>
                    <a:pt x="252894" y="4425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8DAAAF-22D3-8686-027F-301825BDAA00}"/>
                </a:ext>
              </a:extLst>
            </p:cNvPr>
            <p:cNvSpPr/>
            <p:nvPr/>
          </p:nvSpPr>
          <p:spPr>
            <a:xfrm>
              <a:off x="15602775" y="8849035"/>
              <a:ext cx="633507" cy="733518"/>
            </a:xfrm>
            <a:custGeom>
              <a:avLst/>
              <a:gdLst>
                <a:gd name="connsiteX0" fmla="*/ 311944 w 633507"/>
                <a:gd name="connsiteY0" fmla="*/ 20073 h 733518"/>
                <a:gd name="connsiteX1" fmla="*/ 569214 w 633507"/>
                <a:gd name="connsiteY1" fmla="*/ 66078 h 733518"/>
                <a:gd name="connsiteX2" fmla="*/ 633413 w 633507"/>
                <a:gd name="connsiteY2" fmla="*/ 276295 h 733518"/>
                <a:gd name="connsiteX3" fmla="*/ 633508 w 633507"/>
                <a:gd name="connsiteY3" fmla="*/ 733495 h 733518"/>
                <a:gd name="connsiteX4" fmla="*/ 431006 w 633507"/>
                <a:gd name="connsiteY4" fmla="*/ 733495 h 733518"/>
                <a:gd name="connsiteX5" fmla="*/ 430435 w 633507"/>
                <a:gd name="connsiteY5" fmla="*/ 276676 h 733518"/>
                <a:gd name="connsiteX6" fmla="*/ 369951 w 633507"/>
                <a:gd name="connsiteY6" fmla="*/ 169901 h 733518"/>
                <a:gd name="connsiteX7" fmla="*/ 203264 w 633507"/>
                <a:gd name="connsiteY7" fmla="*/ 257245 h 733518"/>
                <a:gd name="connsiteX8" fmla="*/ 202502 w 633507"/>
                <a:gd name="connsiteY8" fmla="*/ 733495 h 733518"/>
                <a:gd name="connsiteX9" fmla="*/ 0 w 633507"/>
                <a:gd name="connsiteY9" fmla="*/ 733400 h 733518"/>
                <a:gd name="connsiteX10" fmla="*/ 95 w 633507"/>
                <a:gd name="connsiteY10" fmla="*/ 16739 h 733518"/>
                <a:gd name="connsiteX11" fmla="*/ 202406 w 633507"/>
                <a:gd name="connsiteY11" fmla="*/ 16739 h 733518"/>
                <a:gd name="connsiteX12" fmla="*/ 204883 w 633507"/>
                <a:gd name="connsiteY12" fmla="*/ 144564 h 733518"/>
                <a:gd name="connsiteX13" fmla="*/ 311944 w 633507"/>
                <a:gd name="connsiteY13" fmla="*/ 20073 h 7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507" h="733518">
                  <a:moveTo>
                    <a:pt x="311944" y="20073"/>
                  </a:moveTo>
                  <a:cubicBezTo>
                    <a:pt x="395669" y="-15837"/>
                    <a:pt x="506825" y="-5359"/>
                    <a:pt x="569214" y="66078"/>
                  </a:cubicBezTo>
                  <a:cubicBezTo>
                    <a:pt x="618649" y="123609"/>
                    <a:pt x="632365" y="202572"/>
                    <a:pt x="633413" y="276295"/>
                  </a:cubicBezTo>
                  <a:cubicBezTo>
                    <a:pt x="633603" y="428695"/>
                    <a:pt x="633317" y="581095"/>
                    <a:pt x="633508" y="733495"/>
                  </a:cubicBezTo>
                  <a:lnTo>
                    <a:pt x="431006" y="733495"/>
                  </a:lnTo>
                  <a:cubicBezTo>
                    <a:pt x="430625" y="581190"/>
                    <a:pt x="431864" y="428981"/>
                    <a:pt x="430435" y="276676"/>
                  </a:cubicBezTo>
                  <a:cubicBezTo>
                    <a:pt x="429101" y="234861"/>
                    <a:pt x="415290" y="183045"/>
                    <a:pt x="369951" y="169901"/>
                  </a:cubicBezTo>
                  <a:cubicBezTo>
                    <a:pt x="305086" y="150946"/>
                    <a:pt x="210884" y="180759"/>
                    <a:pt x="203264" y="257245"/>
                  </a:cubicBezTo>
                  <a:cubicBezTo>
                    <a:pt x="201263" y="415931"/>
                    <a:pt x="202978" y="574713"/>
                    <a:pt x="202502" y="733495"/>
                  </a:cubicBezTo>
                  <a:cubicBezTo>
                    <a:pt x="134970" y="733495"/>
                    <a:pt x="67437" y="733590"/>
                    <a:pt x="0" y="733400"/>
                  </a:cubicBezTo>
                  <a:cubicBezTo>
                    <a:pt x="191" y="494513"/>
                    <a:pt x="-95" y="255626"/>
                    <a:pt x="95" y="16739"/>
                  </a:cubicBezTo>
                  <a:lnTo>
                    <a:pt x="202406" y="16739"/>
                  </a:lnTo>
                  <a:cubicBezTo>
                    <a:pt x="203264" y="59315"/>
                    <a:pt x="200025" y="102083"/>
                    <a:pt x="204883" y="144564"/>
                  </a:cubicBezTo>
                  <a:cubicBezTo>
                    <a:pt x="226790" y="93606"/>
                    <a:pt x="258604" y="42456"/>
                    <a:pt x="311944" y="2007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BF8AFFD-1B6C-839E-B09F-AF5203BE810E}"/>
                </a:ext>
              </a:extLst>
            </p:cNvPr>
            <p:cNvSpPr/>
            <p:nvPr/>
          </p:nvSpPr>
          <p:spPr>
            <a:xfrm>
              <a:off x="17116014" y="8849344"/>
              <a:ext cx="669651" cy="749917"/>
            </a:xfrm>
            <a:custGeom>
              <a:avLst/>
              <a:gdLst>
                <a:gd name="connsiteX0" fmla="*/ 174305 w 669651"/>
                <a:gd name="connsiteY0" fmla="*/ 34909 h 749917"/>
                <a:gd name="connsiteX1" fmla="*/ 433670 w 669651"/>
                <a:gd name="connsiteY1" fmla="*/ 11287 h 749917"/>
                <a:gd name="connsiteX2" fmla="*/ 624838 w 669651"/>
                <a:gd name="connsiteY2" fmla="*/ 161973 h 749917"/>
                <a:gd name="connsiteX3" fmla="*/ 669129 w 669651"/>
                <a:gd name="connsiteY3" fmla="*/ 426482 h 749917"/>
                <a:gd name="connsiteX4" fmla="*/ 208500 w 669651"/>
                <a:gd name="connsiteY4" fmla="*/ 426482 h 749917"/>
                <a:gd name="connsiteX5" fmla="*/ 248028 w 669651"/>
                <a:gd name="connsiteY5" fmla="*/ 549450 h 749917"/>
                <a:gd name="connsiteX6" fmla="*/ 408049 w 669651"/>
                <a:gd name="connsiteY6" fmla="*/ 587645 h 749917"/>
                <a:gd name="connsiteX7" fmla="*/ 543589 w 669651"/>
                <a:gd name="connsiteY7" fmla="*/ 505063 h 749917"/>
                <a:gd name="connsiteX8" fmla="*/ 645031 w 669651"/>
                <a:gd name="connsiteY8" fmla="*/ 631269 h 749917"/>
                <a:gd name="connsiteX9" fmla="*/ 388617 w 669651"/>
                <a:gd name="connsiteY9" fmla="*/ 747951 h 749917"/>
                <a:gd name="connsiteX10" fmla="*/ 125441 w 669651"/>
                <a:gd name="connsiteY10" fmla="*/ 681752 h 749917"/>
                <a:gd name="connsiteX11" fmla="*/ 5045 w 669651"/>
                <a:gd name="connsiteY11" fmla="*/ 451342 h 749917"/>
                <a:gd name="connsiteX12" fmla="*/ 33526 w 669651"/>
                <a:gd name="connsiteY12" fmla="*/ 189214 h 749917"/>
                <a:gd name="connsiteX13" fmla="*/ 174305 w 669651"/>
                <a:gd name="connsiteY13" fmla="*/ 34909 h 749917"/>
                <a:gd name="connsiteX14" fmla="*/ 232502 w 669651"/>
                <a:gd name="connsiteY14" fmla="*/ 205788 h 749917"/>
                <a:gd name="connsiteX15" fmla="*/ 208500 w 669651"/>
                <a:gd name="connsiteY15" fmla="*/ 307324 h 749917"/>
                <a:gd name="connsiteX16" fmla="*/ 460722 w 669651"/>
                <a:gd name="connsiteY16" fmla="*/ 307324 h 749917"/>
                <a:gd name="connsiteX17" fmla="*/ 423956 w 669651"/>
                <a:gd name="connsiteY17" fmla="*/ 182547 h 749917"/>
                <a:gd name="connsiteX18" fmla="*/ 232502 w 669651"/>
                <a:gd name="connsiteY18" fmla="*/ 205883 h 74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651" h="749917">
                  <a:moveTo>
                    <a:pt x="174305" y="34909"/>
                  </a:moveTo>
                  <a:cubicBezTo>
                    <a:pt x="254220" y="-3858"/>
                    <a:pt x="347945" y="-8144"/>
                    <a:pt x="433670" y="11287"/>
                  </a:cubicBezTo>
                  <a:cubicBezTo>
                    <a:pt x="515681" y="29956"/>
                    <a:pt x="587690" y="86439"/>
                    <a:pt x="624838" y="161973"/>
                  </a:cubicBezTo>
                  <a:cubicBezTo>
                    <a:pt x="667223" y="243126"/>
                    <a:pt x="671510" y="336852"/>
                    <a:pt x="669129" y="426482"/>
                  </a:cubicBezTo>
                  <a:cubicBezTo>
                    <a:pt x="515586" y="426482"/>
                    <a:pt x="362043" y="426482"/>
                    <a:pt x="208500" y="426482"/>
                  </a:cubicBezTo>
                  <a:cubicBezTo>
                    <a:pt x="208690" y="469916"/>
                    <a:pt x="215834" y="517350"/>
                    <a:pt x="248028" y="549450"/>
                  </a:cubicBezTo>
                  <a:cubicBezTo>
                    <a:pt x="289272" y="590693"/>
                    <a:pt x="353089" y="596217"/>
                    <a:pt x="408049" y="587645"/>
                  </a:cubicBezTo>
                  <a:cubicBezTo>
                    <a:pt x="462341" y="579453"/>
                    <a:pt x="506537" y="543449"/>
                    <a:pt x="543589" y="505063"/>
                  </a:cubicBezTo>
                  <a:cubicBezTo>
                    <a:pt x="577308" y="547259"/>
                    <a:pt x="611216" y="589169"/>
                    <a:pt x="645031" y="631269"/>
                  </a:cubicBezTo>
                  <a:cubicBezTo>
                    <a:pt x="580260" y="703755"/>
                    <a:pt x="484153" y="740997"/>
                    <a:pt x="388617" y="747951"/>
                  </a:cubicBezTo>
                  <a:cubicBezTo>
                    <a:pt x="297273" y="756047"/>
                    <a:pt x="198880" y="740140"/>
                    <a:pt x="125441" y="681752"/>
                  </a:cubicBezTo>
                  <a:cubicBezTo>
                    <a:pt x="54481" y="626602"/>
                    <a:pt x="16381" y="538782"/>
                    <a:pt x="5045" y="451342"/>
                  </a:cubicBezTo>
                  <a:cubicBezTo>
                    <a:pt x="-5812" y="363522"/>
                    <a:pt x="-384" y="271701"/>
                    <a:pt x="33526" y="189214"/>
                  </a:cubicBezTo>
                  <a:cubicBezTo>
                    <a:pt x="60291" y="123301"/>
                    <a:pt x="110011" y="66246"/>
                    <a:pt x="174305" y="34909"/>
                  </a:cubicBezTo>
                  <a:moveTo>
                    <a:pt x="232502" y="205788"/>
                  </a:moveTo>
                  <a:cubicBezTo>
                    <a:pt x="213072" y="235887"/>
                    <a:pt x="209262" y="272367"/>
                    <a:pt x="208500" y="307324"/>
                  </a:cubicBezTo>
                  <a:cubicBezTo>
                    <a:pt x="292510" y="307324"/>
                    <a:pt x="376616" y="307324"/>
                    <a:pt x="460722" y="307324"/>
                  </a:cubicBezTo>
                  <a:cubicBezTo>
                    <a:pt x="459770" y="263890"/>
                    <a:pt x="455292" y="215884"/>
                    <a:pt x="423956" y="182547"/>
                  </a:cubicBezTo>
                  <a:cubicBezTo>
                    <a:pt x="372234" y="128730"/>
                    <a:pt x="270317" y="141780"/>
                    <a:pt x="232502" y="2058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1A3A660-2669-7441-98EB-FAD490EB52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F499E7-AF36-EB29-41AC-05CB387D9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BDFC3-C8D8-6AF1-3ADA-2CB71F0FE5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84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9C574D-E3CA-271A-2D3C-AB862EF9A943}"/>
              </a:ext>
            </a:extLst>
          </p:cNvPr>
          <p:cNvSpPr/>
          <p:nvPr userDrawn="1"/>
        </p:nvSpPr>
        <p:spPr bwMode="auto">
          <a:xfrm>
            <a:off x="0" y="0"/>
            <a:ext cx="24387175" cy="12001500"/>
          </a:xfrm>
          <a:prstGeom prst="rect">
            <a:avLst/>
          </a:prstGeom>
          <a:solidFill>
            <a:srgbClr val="BAE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0F0B5B-6B52-3139-61A7-7B7287D7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2186064"/>
            <a:ext cx="10101072" cy="41417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6" name="Graphic 5">
            <a:extLst>
              <a:ext uri="{FF2B5EF4-FFF2-40B4-BE49-F238E27FC236}">
                <a16:creationId xmlns:a16="http://schemas.microsoft.com/office/drawing/2014/main" id="{F1A637DE-FA28-1BBA-ED19-561BF47FC9AA}"/>
              </a:ext>
            </a:extLst>
          </p:cNvPr>
          <p:cNvGrpSpPr/>
          <p:nvPr userDrawn="1"/>
        </p:nvGrpSpPr>
        <p:grpSpPr>
          <a:xfrm>
            <a:off x="598346" y="576072"/>
            <a:ext cx="3758389" cy="436594"/>
            <a:chOff x="6597650" y="8572457"/>
            <a:chExt cx="11188016" cy="1299659"/>
          </a:xfrm>
          <a:solidFill>
            <a:srgbClr val="000000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5985145-6140-8167-8472-4F70B1B08F56}"/>
                </a:ext>
              </a:extLst>
            </p:cNvPr>
            <p:cNvSpPr/>
            <p:nvPr/>
          </p:nvSpPr>
          <p:spPr>
            <a:xfrm>
              <a:off x="11603037" y="8572457"/>
              <a:ext cx="633888" cy="1010097"/>
            </a:xfrm>
            <a:custGeom>
              <a:avLst/>
              <a:gdLst>
                <a:gd name="connsiteX0" fmla="*/ 95 w 633888"/>
                <a:gd name="connsiteY0" fmla="*/ 42 h 1010097"/>
                <a:gd name="connsiteX1" fmla="*/ 202502 w 633888"/>
                <a:gd name="connsiteY1" fmla="*/ 42 h 1010097"/>
                <a:gd name="connsiteX2" fmla="*/ 204216 w 633888"/>
                <a:gd name="connsiteY2" fmla="*/ 419904 h 1010097"/>
                <a:gd name="connsiteX3" fmla="*/ 276320 w 633888"/>
                <a:gd name="connsiteY3" fmla="*/ 318463 h 1010097"/>
                <a:gd name="connsiteX4" fmla="*/ 591884 w 633888"/>
                <a:gd name="connsiteY4" fmla="*/ 373899 h 1010097"/>
                <a:gd name="connsiteX5" fmla="*/ 633793 w 633888"/>
                <a:gd name="connsiteY5" fmla="*/ 562303 h 1010097"/>
                <a:gd name="connsiteX6" fmla="*/ 633889 w 633888"/>
                <a:gd name="connsiteY6" fmla="*/ 1010073 h 1010097"/>
                <a:gd name="connsiteX7" fmla="*/ 431482 w 633888"/>
                <a:gd name="connsiteY7" fmla="*/ 1010073 h 1010097"/>
                <a:gd name="connsiteX8" fmla="*/ 431102 w 633888"/>
                <a:gd name="connsiteY8" fmla="*/ 561827 h 1010097"/>
                <a:gd name="connsiteX9" fmla="*/ 376333 w 633888"/>
                <a:gd name="connsiteY9" fmla="*/ 448765 h 1010097"/>
                <a:gd name="connsiteX10" fmla="*/ 203454 w 633888"/>
                <a:gd name="connsiteY10" fmla="*/ 533538 h 1010097"/>
                <a:gd name="connsiteX11" fmla="*/ 202502 w 633888"/>
                <a:gd name="connsiteY11" fmla="*/ 1010073 h 1010097"/>
                <a:gd name="connsiteX12" fmla="*/ 0 w 633888"/>
                <a:gd name="connsiteY12" fmla="*/ 1009978 h 1010097"/>
                <a:gd name="connsiteX13" fmla="*/ 95 w 633888"/>
                <a:gd name="connsiteY13" fmla="*/ 42 h 1010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888" h="1010097">
                  <a:moveTo>
                    <a:pt x="95" y="42"/>
                  </a:moveTo>
                  <a:cubicBezTo>
                    <a:pt x="67533" y="-53"/>
                    <a:pt x="134969" y="42"/>
                    <a:pt x="202502" y="42"/>
                  </a:cubicBezTo>
                  <a:cubicBezTo>
                    <a:pt x="203549" y="139965"/>
                    <a:pt x="200311" y="280077"/>
                    <a:pt x="204216" y="419904"/>
                  </a:cubicBezTo>
                  <a:cubicBezTo>
                    <a:pt x="224504" y="383709"/>
                    <a:pt x="241364" y="343419"/>
                    <a:pt x="276320" y="318463"/>
                  </a:cubicBezTo>
                  <a:cubicBezTo>
                    <a:pt x="371284" y="247692"/>
                    <a:pt x="531781" y="265695"/>
                    <a:pt x="591884" y="373899"/>
                  </a:cubicBezTo>
                  <a:cubicBezTo>
                    <a:pt x="624840" y="430668"/>
                    <a:pt x="633413" y="497724"/>
                    <a:pt x="633793" y="562303"/>
                  </a:cubicBezTo>
                  <a:cubicBezTo>
                    <a:pt x="633984" y="711560"/>
                    <a:pt x="633793" y="860817"/>
                    <a:pt x="633889" y="1010073"/>
                  </a:cubicBezTo>
                  <a:lnTo>
                    <a:pt x="431482" y="1010073"/>
                  </a:lnTo>
                  <a:cubicBezTo>
                    <a:pt x="431197" y="860626"/>
                    <a:pt x="432054" y="711179"/>
                    <a:pt x="431102" y="561827"/>
                  </a:cubicBezTo>
                  <a:cubicBezTo>
                    <a:pt x="429959" y="519441"/>
                    <a:pt x="420624" y="466386"/>
                    <a:pt x="376333" y="448765"/>
                  </a:cubicBezTo>
                  <a:cubicBezTo>
                    <a:pt x="310801" y="425334"/>
                    <a:pt x="211836" y="455052"/>
                    <a:pt x="203454" y="533538"/>
                  </a:cubicBezTo>
                  <a:cubicBezTo>
                    <a:pt x="201168" y="692319"/>
                    <a:pt x="203168" y="851196"/>
                    <a:pt x="202502" y="1010073"/>
                  </a:cubicBezTo>
                  <a:cubicBezTo>
                    <a:pt x="134969" y="1010073"/>
                    <a:pt x="67533" y="1010169"/>
                    <a:pt x="0" y="1009978"/>
                  </a:cubicBezTo>
                  <a:cubicBezTo>
                    <a:pt x="191" y="673365"/>
                    <a:pt x="95" y="336656"/>
                    <a:pt x="95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D933579-F84C-4074-BCE8-A5F3C6A8C115}"/>
                </a:ext>
              </a:extLst>
            </p:cNvPr>
            <p:cNvSpPr/>
            <p:nvPr/>
          </p:nvSpPr>
          <p:spPr>
            <a:xfrm>
              <a:off x="14012576" y="8572457"/>
              <a:ext cx="634202" cy="1010164"/>
            </a:xfrm>
            <a:custGeom>
              <a:avLst/>
              <a:gdLst>
                <a:gd name="connsiteX0" fmla="*/ 381 w 634202"/>
                <a:gd name="connsiteY0" fmla="*/ 42 h 1010164"/>
                <a:gd name="connsiteX1" fmla="*/ 202788 w 634202"/>
                <a:gd name="connsiteY1" fmla="*/ 42 h 1010164"/>
                <a:gd name="connsiteX2" fmla="*/ 204502 w 634202"/>
                <a:gd name="connsiteY2" fmla="*/ 419904 h 1010164"/>
                <a:gd name="connsiteX3" fmla="*/ 271558 w 634202"/>
                <a:gd name="connsiteY3" fmla="*/ 322559 h 1010164"/>
                <a:gd name="connsiteX4" fmla="*/ 596265 w 634202"/>
                <a:gd name="connsiteY4" fmla="*/ 381233 h 1010164"/>
                <a:gd name="connsiteX5" fmla="*/ 634175 w 634202"/>
                <a:gd name="connsiteY5" fmla="*/ 562303 h 1010164"/>
                <a:gd name="connsiteX6" fmla="*/ 634175 w 634202"/>
                <a:gd name="connsiteY6" fmla="*/ 1010073 h 1010164"/>
                <a:gd name="connsiteX7" fmla="*/ 431768 w 634202"/>
                <a:gd name="connsiteY7" fmla="*/ 1010073 h 1010164"/>
                <a:gd name="connsiteX8" fmla="*/ 431388 w 634202"/>
                <a:gd name="connsiteY8" fmla="*/ 562303 h 1010164"/>
                <a:gd name="connsiteX9" fmla="*/ 376333 w 634202"/>
                <a:gd name="connsiteY9" fmla="*/ 448575 h 1010164"/>
                <a:gd name="connsiteX10" fmla="*/ 203835 w 634202"/>
                <a:gd name="connsiteY10" fmla="*/ 533347 h 1010164"/>
                <a:gd name="connsiteX11" fmla="*/ 202788 w 634202"/>
                <a:gd name="connsiteY11" fmla="*/ 1010073 h 1010164"/>
                <a:gd name="connsiteX12" fmla="*/ 0 w 634202"/>
                <a:gd name="connsiteY12" fmla="*/ 1009597 h 1010164"/>
                <a:gd name="connsiteX13" fmla="*/ 381 w 634202"/>
                <a:gd name="connsiteY13" fmla="*/ 42 h 1010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4202" h="1010164">
                  <a:moveTo>
                    <a:pt x="381" y="42"/>
                  </a:moveTo>
                  <a:cubicBezTo>
                    <a:pt x="67819" y="-53"/>
                    <a:pt x="135255" y="42"/>
                    <a:pt x="202788" y="42"/>
                  </a:cubicBezTo>
                  <a:cubicBezTo>
                    <a:pt x="203835" y="139965"/>
                    <a:pt x="200597" y="280077"/>
                    <a:pt x="204502" y="419904"/>
                  </a:cubicBezTo>
                  <a:cubicBezTo>
                    <a:pt x="223933" y="385710"/>
                    <a:pt x="239363" y="347419"/>
                    <a:pt x="271558" y="322559"/>
                  </a:cubicBezTo>
                  <a:cubicBezTo>
                    <a:pt x="367856" y="244644"/>
                    <a:pt x="538544" y="265314"/>
                    <a:pt x="596265" y="381233"/>
                  </a:cubicBezTo>
                  <a:cubicBezTo>
                    <a:pt x="625888" y="436573"/>
                    <a:pt x="633794" y="500391"/>
                    <a:pt x="634175" y="562303"/>
                  </a:cubicBezTo>
                  <a:cubicBezTo>
                    <a:pt x="634270" y="711560"/>
                    <a:pt x="634079" y="860817"/>
                    <a:pt x="634175" y="1010073"/>
                  </a:cubicBezTo>
                  <a:lnTo>
                    <a:pt x="431768" y="1010073"/>
                  </a:lnTo>
                  <a:cubicBezTo>
                    <a:pt x="431483" y="860817"/>
                    <a:pt x="432245" y="711560"/>
                    <a:pt x="431388" y="562303"/>
                  </a:cubicBezTo>
                  <a:cubicBezTo>
                    <a:pt x="430340" y="519822"/>
                    <a:pt x="421005" y="466101"/>
                    <a:pt x="376333" y="448575"/>
                  </a:cubicBezTo>
                  <a:cubicBezTo>
                    <a:pt x="310801" y="425524"/>
                    <a:pt x="212408" y="455147"/>
                    <a:pt x="203835" y="533347"/>
                  </a:cubicBezTo>
                  <a:cubicBezTo>
                    <a:pt x="201359" y="692129"/>
                    <a:pt x="203454" y="851101"/>
                    <a:pt x="202788" y="1010073"/>
                  </a:cubicBezTo>
                  <a:cubicBezTo>
                    <a:pt x="135160" y="1009883"/>
                    <a:pt x="67533" y="1010645"/>
                    <a:pt x="0" y="1009597"/>
                  </a:cubicBezTo>
                  <a:cubicBezTo>
                    <a:pt x="858" y="673079"/>
                    <a:pt x="95" y="336561"/>
                    <a:pt x="381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B61EFE4-D8E6-B1E2-379D-12B26CE8F152}"/>
                </a:ext>
              </a:extLst>
            </p:cNvPr>
            <p:cNvSpPr/>
            <p:nvPr/>
          </p:nvSpPr>
          <p:spPr>
            <a:xfrm>
              <a:off x="6597650" y="8630030"/>
              <a:ext cx="382566" cy="952500"/>
            </a:xfrm>
            <a:custGeom>
              <a:avLst/>
              <a:gdLst>
                <a:gd name="connsiteX0" fmla="*/ 0 w 382566"/>
                <a:gd name="connsiteY0" fmla="*/ 0 h 952500"/>
                <a:gd name="connsiteX1" fmla="*/ 382524 w 382566"/>
                <a:gd name="connsiteY1" fmla="*/ 0 h 952500"/>
                <a:gd name="connsiteX2" fmla="*/ 382524 w 382566"/>
                <a:gd name="connsiteY2" fmla="*/ 95631 h 952500"/>
                <a:gd name="connsiteX3" fmla="*/ 248793 w 382566"/>
                <a:gd name="connsiteY3" fmla="*/ 95631 h 952500"/>
                <a:gd name="connsiteX4" fmla="*/ 248793 w 382566"/>
                <a:gd name="connsiteY4" fmla="*/ 856869 h 952500"/>
                <a:gd name="connsiteX5" fmla="*/ 382524 w 382566"/>
                <a:gd name="connsiteY5" fmla="*/ 856869 h 952500"/>
                <a:gd name="connsiteX6" fmla="*/ 382524 w 382566"/>
                <a:gd name="connsiteY6" fmla="*/ 952500 h 952500"/>
                <a:gd name="connsiteX7" fmla="*/ 0 w 382566"/>
                <a:gd name="connsiteY7" fmla="*/ 952500 h 952500"/>
                <a:gd name="connsiteX8" fmla="*/ 0 w 382566"/>
                <a:gd name="connsiteY8" fmla="*/ 856869 h 952500"/>
                <a:gd name="connsiteX9" fmla="*/ 133731 w 382566"/>
                <a:gd name="connsiteY9" fmla="*/ 856869 h 952500"/>
                <a:gd name="connsiteX10" fmla="*/ 133731 w 382566"/>
                <a:gd name="connsiteY10" fmla="*/ 95631 h 952500"/>
                <a:gd name="connsiteX11" fmla="*/ 0 w 382566"/>
                <a:gd name="connsiteY11" fmla="*/ 95631 h 952500"/>
                <a:gd name="connsiteX12" fmla="*/ 0 w 382566"/>
                <a:gd name="connsiteY12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566" h="952500">
                  <a:moveTo>
                    <a:pt x="0" y="0"/>
                  </a:moveTo>
                  <a:lnTo>
                    <a:pt x="382524" y="0"/>
                  </a:lnTo>
                  <a:lnTo>
                    <a:pt x="382524" y="95631"/>
                  </a:lnTo>
                  <a:lnTo>
                    <a:pt x="248793" y="95631"/>
                  </a:lnTo>
                  <a:lnTo>
                    <a:pt x="248793" y="856869"/>
                  </a:lnTo>
                  <a:cubicBezTo>
                    <a:pt x="293370" y="856869"/>
                    <a:pt x="337947" y="856869"/>
                    <a:pt x="382524" y="856869"/>
                  </a:cubicBezTo>
                  <a:cubicBezTo>
                    <a:pt x="382524" y="888682"/>
                    <a:pt x="382619" y="920591"/>
                    <a:pt x="382524" y="952500"/>
                  </a:cubicBezTo>
                  <a:lnTo>
                    <a:pt x="0" y="952500"/>
                  </a:lnTo>
                  <a:cubicBezTo>
                    <a:pt x="0" y="920591"/>
                    <a:pt x="0" y="888682"/>
                    <a:pt x="0" y="856869"/>
                  </a:cubicBezTo>
                  <a:cubicBezTo>
                    <a:pt x="44577" y="856869"/>
                    <a:pt x="89154" y="856869"/>
                    <a:pt x="133731" y="856869"/>
                  </a:cubicBezTo>
                  <a:lnTo>
                    <a:pt x="133731" y="95631"/>
                  </a:lnTo>
                  <a:lnTo>
                    <a:pt x="0" y="95631"/>
                  </a:lnTo>
                  <a:cubicBezTo>
                    <a:pt x="0" y="63722"/>
                    <a:pt x="0" y="3190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B4E91B9-0A97-3141-A66A-E824B4E354B8}"/>
                </a:ext>
              </a:extLst>
            </p:cNvPr>
            <p:cNvSpPr/>
            <p:nvPr/>
          </p:nvSpPr>
          <p:spPr>
            <a:xfrm>
              <a:off x="7188676" y="8629948"/>
              <a:ext cx="678881" cy="952722"/>
            </a:xfrm>
            <a:custGeom>
              <a:avLst/>
              <a:gdLst>
                <a:gd name="connsiteX0" fmla="*/ 0 w 678881"/>
                <a:gd name="connsiteY0" fmla="*/ 83 h 952722"/>
                <a:gd name="connsiteX1" fmla="*/ 409956 w 678881"/>
                <a:gd name="connsiteY1" fmla="*/ 464 h 952722"/>
                <a:gd name="connsiteX2" fmla="*/ 622554 w 678881"/>
                <a:gd name="connsiteY2" fmla="*/ 130575 h 952722"/>
                <a:gd name="connsiteX3" fmla="*/ 607886 w 678881"/>
                <a:gd name="connsiteY3" fmla="*/ 378130 h 952722"/>
                <a:gd name="connsiteX4" fmla="*/ 486347 w 678881"/>
                <a:gd name="connsiteY4" fmla="*/ 452711 h 952722"/>
                <a:gd name="connsiteX5" fmla="*/ 662940 w 678881"/>
                <a:gd name="connsiteY5" fmla="*/ 585394 h 952722"/>
                <a:gd name="connsiteX6" fmla="*/ 543878 w 678881"/>
                <a:gd name="connsiteY6" fmla="*/ 925246 h 952722"/>
                <a:gd name="connsiteX7" fmla="*/ 428530 w 678881"/>
                <a:gd name="connsiteY7" fmla="*/ 952678 h 952722"/>
                <a:gd name="connsiteX8" fmla="*/ 0 w 678881"/>
                <a:gd name="connsiteY8" fmla="*/ 952583 h 952722"/>
                <a:gd name="connsiteX9" fmla="*/ 0 w 678881"/>
                <a:gd name="connsiteY9" fmla="*/ 83 h 952722"/>
                <a:gd name="connsiteX10" fmla="*/ 115062 w 678881"/>
                <a:gd name="connsiteY10" fmla="*/ 101238 h 952722"/>
                <a:gd name="connsiteX11" fmla="*/ 115062 w 678881"/>
                <a:gd name="connsiteY11" fmla="*/ 412039 h 952722"/>
                <a:gd name="connsiteX12" fmla="*/ 400050 w 678881"/>
                <a:gd name="connsiteY12" fmla="*/ 410896 h 952722"/>
                <a:gd name="connsiteX13" fmla="*/ 519398 w 678881"/>
                <a:gd name="connsiteY13" fmla="*/ 313646 h 952722"/>
                <a:gd name="connsiteX14" fmla="*/ 513969 w 678881"/>
                <a:gd name="connsiteY14" fmla="*/ 180391 h 952722"/>
                <a:gd name="connsiteX15" fmla="*/ 389858 w 678881"/>
                <a:gd name="connsiteY15" fmla="*/ 101715 h 952722"/>
                <a:gd name="connsiteX16" fmla="*/ 115062 w 678881"/>
                <a:gd name="connsiteY16" fmla="*/ 101238 h 952722"/>
                <a:gd name="connsiteX17" fmla="*/ 115062 w 678881"/>
                <a:gd name="connsiteY17" fmla="*/ 510432 h 952722"/>
                <a:gd name="connsiteX18" fmla="*/ 115062 w 678881"/>
                <a:gd name="connsiteY18" fmla="*/ 851427 h 952722"/>
                <a:gd name="connsiteX19" fmla="*/ 400526 w 678881"/>
                <a:gd name="connsiteY19" fmla="*/ 851332 h 952722"/>
                <a:gd name="connsiteX20" fmla="*/ 520637 w 678881"/>
                <a:gd name="connsiteY20" fmla="*/ 805993 h 952722"/>
                <a:gd name="connsiteX21" fmla="*/ 555498 w 678881"/>
                <a:gd name="connsiteY21" fmla="*/ 705314 h 952722"/>
                <a:gd name="connsiteX22" fmla="*/ 529304 w 678881"/>
                <a:gd name="connsiteY22" fmla="*/ 566535 h 952722"/>
                <a:gd name="connsiteX23" fmla="*/ 400241 w 678881"/>
                <a:gd name="connsiteY23" fmla="*/ 510623 h 952722"/>
                <a:gd name="connsiteX24" fmla="*/ 115062 w 678881"/>
                <a:gd name="connsiteY24" fmla="*/ 510432 h 9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8881" h="952722">
                  <a:moveTo>
                    <a:pt x="0" y="83"/>
                  </a:moveTo>
                  <a:cubicBezTo>
                    <a:pt x="136684" y="369"/>
                    <a:pt x="273272" y="-489"/>
                    <a:pt x="409956" y="464"/>
                  </a:cubicBezTo>
                  <a:cubicBezTo>
                    <a:pt x="497015" y="1893"/>
                    <a:pt x="586931" y="48279"/>
                    <a:pt x="622554" y="130575"/>
                  </a:cubicBezTo>
                  <a:cubicBezTo>
                    <a:pt x="655701" y="208490"/>
                    <a:pt x="657416" y="306693"/>
                    <a:pt x="607886" y="378130"/>
                  </a:cubicBezTo>
                  <a:cubicBezTo>
                    <a:pt x="580073" y="419850"/>
                    <a:pt x="532067" y="438328"/>
                    <a:pt x="486347" y="452711"/>
                  </a:cubicBezTo>
                  <a:cubicBezTo>
                    <a:pt x="563213" y="461950"/>
                    <a:pt x="636365" y="510909"/>
                    <a:pt x="662940" y="585394"/>
                  </a:cubicBezTo>
                  <a:cubicBezTo>
                    <a:pt x="705898" y="706743"/>
                    <a:pt x="660654" y="862191"/>
                    <a:pt x="543878" y="925246"/>
                  </a:cubicBezTo>
                  <a:cubicBezTo>
                    <a:pt x="508730" y="944391"/>
                    <a:pt x="468440" y="953440"/>
                    <a:pt x="428530" y="952678"/>
                  </a:cubicBezTo>
                  <a:cubicBezTo>
                    <a:pt x="285655" y="952488"/>
                    <a:pt x="142875" y="952583"/>
                    <a:pt x="0" y="952583"/>
                  </a:cubicBezTo>
                  <a:lnTo>
                    <a:pt x="0" y="83"/>
                  </a:lnTo>
                  <a:moveTo>
                    <a:pt x="115062" y="101238"/>
                  </a:moveTo>
                  <a:lnTo>
                    <a:pt x="115062" y="412039"/>
                  </a:lnTo>
                  <a:cubicBezTo>
                    <a:pt x="210026" y="411277"/>
                    <a:pt x="305086" y="413658"/>
                    <a:pt x="400050" y="410896"/>
                  </a:cubicBezTo>
                  <a:cubicBezTo>
                    <a:pt x="455486" y="408896"/>
                    <a:pt x="510540" y="370605"/>
                    <a:pt x="519398" y="313646"/>
                  </a:cubicBezTo>
                  <a:cubicBezTo>
                    <a:pt x="523875" y="269640"/>
                    <a:pt x="527495" y="223158"/>
                    <a:pt x="513969" y="180391"/>
                  </a:cubicBezTo>
                  <a:cubicBezTo>
                    <a:pt x="496919" y="128956"/>
                    <a:pt x="441293" y="102000"/>
                    <a:pt x="389858" y="101715"/>
                  </a:cubicBezTo>
                  <a:cubicBezTo>
                    <a:pt x="298228" y="100572"/>
                    <a:pt x="206693" y="101715"/>
                    <a:pt x="115062" y="101238"/>
                  </a:cubicBezTo>
                  <a:moveTo>
                    <a:pt x="115062" y="510432"/>
                  </a:moveTo>
                  <a:lnTo>
                    <a:pt x="115062" y="851427"/>
                  </a:lnTo>
                  <a:cubicBezTo>
                    <a:pt x="210217" y="851332"/>
                    <a:pt x="305372" y="851523"/>
                    <a:pt x="400526" y="851332"/>
                  </a:cubicBezTo>
                  <a:cubicBezTo>
                    <a:pt x="443960" y="851046"/>
                    <a:pt x="490538" y="839235"/>
                    <a:pt x="520637" y="805993"/>
                  </a:cubicBezTo>
                  <a:cubicBezTo>
                    <a:pt x="545878" y="779133"/>
                    <a:pt x="555212" y="741318"/>
                    <a:pt x="555498" y="705314"/>
                  </a:cubicBezTo>
                  <a:cubicBezTo>
                    <a:pt x="556355" y="658356"/>
                    <a:pt x="558832" y="606349"/>
                    <a:pt x="529304" y="566535"/>
                  </a:cubicBezTo>
                  <a:cubicBezTo>
                    <a:pt x="500348" y="525768"/>
                    <a:pt x="448056" y="510718"/>
                    <a:pt x="400241" y="510623"/>
                  </a:cubicBezTo>
                  <a:cubicBezTo>
                    <a:pt x="305181" y="510147"/>
                    <a:pt x="210122" y="510623"/>
                    <a:pt x="115062" y="510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C6552B-CC29-F330-6668-3C653EA3A00C}"/>
                </a:ext>
              </a:extLst>
            </p:cNvPr>
            <p:cNvSpPr/>
            <p:nvPr/>
          </p:nvSpPr>
          <p:spPr>
            <a:xfrm>
              <a:off x="8079644" y="8629935"/>
              <a:ext cx="854868" cy="952499"/>
            </a:xfrm>
            <a:custGeom>
              <a:avLst/>
              <a:gdLst>
                <a:gd name="connsiteX0" fmla="*/ 0 w 854868"/>
                <a:gd name="connsiteY0" fmla="*/ 95 h 952499"/>
                <a:gd name="connsiteX1" fmla="*/ 153734 w 854868"/>
                <a:gd name="connsiteY1" fmla="*/ 95 h 952499"/>
                <a:gd name="connsiteX2" fmla="*/ 430530 w 854868"/>
                <a:gd name="connsiteY2" fmla="*/ 516827 h 952499"/>
                <a:gd name="connsiteX3" fmla="*/ 706946 w 854868"/>
                <a:gd name="connsiteY3" fmla="*/ 0 h 952499"/>
                <a:gd name="connsiteX4" fmla="*/ 854869 w 854868"/>
                <a:gd name="connsiteY4" fmla="*/ 0 h 952499"/>
                <a:gd name="connsiteX5" fmla="*/ 854869 w 854868"/>
                <a:gd name="connsiteY5" fmla="*/ 952500 h 952499"/>
                <a:gd name="connsiteX6" fmla="*/ 742569 w 854868"/>
                <a:gd name="connsiteY6" fmla="*/ 952500 h 952499"/>
                <a:gd name="connsiteX7" fmla="*/ 741521 w 854868"/>
                <a:gd name="connsiteY7" fmla="*/ 146780 h 952499"/>
                <a:gd name="connsiteX8" fmla="*/ 707422 w 854868"/>
                <a:gd name="connsiteY8" fmla="*/ 207074 h 952499"/>
                <a:gd name="connsiteX9" fmla="*/ 427577 w 854868"/>
                <a:gd name="connsiteY9" fmla="*/ 725138 h 952499"/>
                <a:gd name="connsiteX10" fmla="*/ 193262 w 854868"/>
                <a:gd name="connsiteY10" fmla="*/ 297752 h 952499"/>
                <a:gd name="connsiteX11" fmla="*/ 113348 w 854868"/>
                <a:gd name="connsiteY11" fmla="*/ 146209 h 952499"/>
                <a:gd name="connsiteX12" fmla="*/ 112300 w 854868"/>
                <a:gd name="connsiteY12" fmla="*/ 952500 h 952499"/>
                <a:gd name="connsiteX13" fmla="*/ 0 w 854868"/>
                <a:gd name="connsiteY13" fmla="*/ 952500 h 952499"/>
                <a:gd name="connsiteX14" fmla="*/ 0 w 854868"/>
                <a:gd name="connsiteY14" fmla="*/ 95 h 95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868" h="952499">
                  <a:moveTo>
                    <a:pt x="0" y="95"/>
                  </a:moveTo>
                  <a:cubicBezTo>
                    <a:pt x="51245" y="95"/>
                    <a:pt x="102489" y="95"/>
                    <a:pt x="153734" y="95"/>
                  </a:cubicBezTo>
                  <a:cubicBezTo>
                    <a:pt x="246221" y="172212"/>
                    <a:pt x="335090" y="346424"/>
                    <a:pt x="430530" y="516827"/>
                  </a:cubicBezTo>
                  <a:cubicBezTo>
                    <a:pt x="522923" y="344615"/>
                    <a:pt x="614744" y="172212"/>
                    <a:pt x="706946" y="0"/>
                  </a:cubicBezTo>
                  <a:lnTo>
                    <a:pt x="854869" y="0"/>
                  </a:lnTo>
                  <a:lnTo>
                    <a:pt x="854869" y="952500"/>
                  </a:lnTo>
                  <a:lnTo>
                    <a:pt x="742569" y="952500"/>
                  </a:lnTo>
                  <a:cubicBezTo>
                    <a:pt x="741902" y="683895"/>
                    <a:pt x="743998" y="415290"/>
                    <a:pt x="741521" y="146780"/>
                  </a:cubicBezTo>
                  <a:cubicBezTo>
                    <a:pt x="726948" y="164973"/>
                    <a:pt x="717613" y="186404"/>
                    <a:pt x="707422" y="207074"/>
                  </a:cubicBezTo>
                  <a:cubicBezTo>
                    <a:pt x="619982" y="382810"/>
                    <a:pt x="520541" y="552260"/>
                    <a:pt x="427577" y="725138"/>
                  </a:cubicBezTo>
                  <a:cubicBezTo>
                    <a:pt x="349472" y="582644"/>
                    <a:pt x="270510" y="440722"/>
                    <a:pt x="193262" y="297752"/>
                  </a:cubicBezTo>
                  <a:cubicBezTo>
                    <a:pt x="165830" y="247650"/>
                    <a:pt x="145161" y="193739"/>
                    <a:pt x="113348" y="146209"/>
                  </a:cubicBezTo>
                  <a:cubicBezTo>
                    <a:pt x="110966" y="415004"/>
                    <a:pt x="112967" y="683705"/>
                    <a:pt x="112300" y="952500"/>
                  </a:cubicBezTo>
                  <a:lnTo>
                    <a:pt x="0" y="952500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9266CF2-A3CF-C8D9-7BB9-06D2E42E9729}"/>
                </a:ext>
              </a:extLst>
            </p:cNvPr>
            <p:cNvSpPr/>
            <p:nvPr/>
          </p:nvSpPr>
          <p:spPr>
            <a:xfrm>
              <a:off x="9365138" y="8630030"/>
              <a:ext cx="723900" cy="952500"/>
            </a:xfrm>
            <a:custGeom>
              <a:avLst/>
              <a:gdLst>
                <a:gd name="connsiteX0" fmla="*/ 0 w 723900"/>
                <a:gd name="connsiteY0" fmla="*/ 0 h 952500"/>
                <a:gd name="connsiteX1" fmla="*/ 723900 w 723900"/>
                <a:gd name="connsiteY1" fmla="*/ 0 h 952500"/>
                <a:gd name="connsiteX2" fmla="*/ 723900 w 723900"/>
                <a:gd name="connsiteY2" fmla="*/ 184595 h 952500"/>
                <a:gd name="connsiteX3" fmla="*/ 465963 w 723900"/>
                <a:gd name="connsiteY3" fmla="*/ 184499 h 952500"/>
                <a:gd name="connsiteX4" fmla="*/ 465963 w 723900"/>
                <a:gd name="connsiteY4" fmla="*/ 952500 h 952500"/>
                <a:gd name="connsiteX5" fmla="*/ 257937 w 723900"/>
                <a:gd name="connsiteY5" fmla="*/ 952500 h 952500"/>
                <a:gd name="connsiteX6" fmla="*/ 257937 w 723900"/>
                <a:gd name="connsiteY6" fmla="*/ 184595 h 952500"/>
                <a:gd name="connsiteX7" fmla="*/ 0 w 723900"/>
                <a:gd name="connsiteY7" fmla="*/ 184595 h 952500"/>
                <a:gd name="connsiteX8" fmla="*/ 0 w 723900"/>
                <a:gd name="connsiteY8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900" h="952500">
                  <a:moveTo>
                    <a:pt x="0" y="0"/>
                  </a:moveTo>
                  <a:lnTo>
                    <a:pt x="723900" y="0"/>
                  </a:lnTo>
                  <a:lnTo>
                    <a:pt x="723900" y="184595"/>
                  </a:lnTo>
                  <a:cubicBezTo>
                    <a:pt x="637889" y="184595"/>
                    <a:pt x="551879" y="184595"/>
                    <a:pt x="465963" y="184499"/>
                  </a:cubicBezTo>
                  <a:cubicBezTo>
                    <a:pt x="465868" y="440531"/>
                    <a:pt x="465963" y="696468"/>
                    <a:pt x="465963" y="952500"/>
                  </a:cubicBezTo>
                  <a:lnTo>
                    <a:pt x="257937" y="952500"/>
                  </a:lnTo>
                  <a:lnTo>
                    <a:pt x="257937" y="184595"/>
                  </a:lnTo>
                  <a:cubicBezTo>
                    <a:pt x="172021" y="184499"/>
                    <a:pt x="86011" y="184595"/>
                    <a:pt x="0" y="1845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944B8FF-4796-89E0-ECF1-D2DAE08721F7}"/>
                </a:ext>
              </a:extLst>
            </p:cNvPr>
            <p:cNvSpPr/>
            <p:nvPr/>
          </p:nvSpPr>
          <p:spPr>
            <a:xfrm>
              <a:off x="12344082" y="8630030"/>
              <a:ext cx="875252" cy="952622"/>
            </a:xfrm>
            <a:custGeom>
              <a:avLst/>
              <a:gdLst>
                <a:gd name="connsiteX0" fmla="*/ 14954 w 875252"/>
                <a:gd name="connsiteY0" fmla="*/ 0 h 952622"/>
                <a:gd name="connsiteX1" fmla="*/ 257080 w 875252"/>
                <a:gd name="connsiteY1" fmla="*/ 0 h 952622"/>
                <a:gd name="connsiteX2" fmla="*/ 444627 w 875252"/>
                <a:gd name="connsiteY2" fmla="*/ 324612 h 952622"/>
                <a:gd name="connsiteX3" fmla="*/ 634555 w 875252"/>
                <a:gd name="connsiteY3" fmla="*/ 95 h 952622"/>
                <a:gd name="connsiteX4" fmla="*/ 858869 w 875252"/>
                <a:gd name="connsiteY4" fmla="*/ 95 h 952622"/>
                <a:gd name="connsiteX5" fmla="*/ 565499 w 875252"/>
                <a:gd name="connsiteY5" fmla="*/ 464058 h 952622"/>
                <a:gd name="connsiteX6" fmla="*/ 875252 w 875252"/>
                <a:gd name="connsiteY6" fmla="*/ 952595 h 952622"/>
                <a:gd name="connsiteX7" fmla="*/ 634555 w 875252"/>
                <a:gd name="connsiteY7" fmla="*/ 952595 h 952622"/>
                <a:gd name="connsiteX8" fmla="*/ 426625 w 875252"/>
                <a:gd name="connsiteY8" fmla="*/ 599504 h 952622"/>
                <a:gd name="connsiteX9" fmla="*/ 224314 w 875252"/>
                <a:gd name="connsiteY9" fmla="*/ 952595 h 952622"/>
                <a:gd name="connsiteX10" fmla="*/ 0 w 875252"/>
                <a:gd name="connsiteY10" fmla="*/ 952595 h 952622"/>
                <a:gd name="connsiteX11" fmla="*/ 305562 w 875252"/>
                <a:gd name="connsiteY11" fmla="*/ 459867 h 952622"/>
                <a:gd name="connsiteX12" fmla="*/ 14954 w 875252"/>
                <a:gd name="connsiteY12" fmla="*/ 95 h 952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252" h="952622">
                  <a:moveTo>
                    <a:pt x="14954" y="0"/>
                  </a:moveTo>
                  <a:cubicBezTo>
                    <a:pt x="95631" y="0"/>
                    <a:pt x="176308" y="0"/>
                    <a:pt x="257080" y="0"/>
                  </a:cubicBezTo>
                  <a:cubicBezTo>
                    <a:pt x="319754" y="108109"/>
                    <a:pt x="381381" y="216789"/>
                    <a:pt x="444627" y="324612"/>
                  </a:cubicBezTo>
                  <a:cubicBezTo>
                    <a:pt x="508064" y="216503"/>
                    <a:pt x="571119" y="108204"/>
                    <a:pt x="634555" y="95"/>
                  </a:cubicBezTo>
                  <a:lnTo>
                    <a:pt x="858869" y="95"/>
                  </a:lnTo>
                  <a:cubicBezTo>
                    <a:pt x="761143" y="154781"/>
                    <a:pt x="663321" y="309372"/>
                    <a:pt x="565499" y="464058"/>
                  </a:cubicBezTo>
                  <a:cubicBezTo>
                    <a:pt x="668750" y="626840"/>
                    <a:pt x="772001" y="789718"/>
                    <a:pt x="875252" y="952595"/>
                  </a:cubicBezTo>
                  <a:cubicBezTo>
                    <a:pt x="795052" y="952691"/>
                    <a:pt x="714756" y="952500"/>
                    <a:pt x="634555" y="952595"/>
                  </a:cubicBezTo>
                  <a:cubicBezTo>
                    <a:pt x="565118" y="834962"/>
                    <a:pt x="496538" y="716852"/>
                    <a:pt x="426625" y="599504"/>
                  </a:cubicBezTo>
                  <a:cubicBezTo>
                    <a:pt x="358807" y="716947"/>
                    <a:pt x="291846" y="834962"/>
                    <a:pt x="224314" y="952595"/>
                  </a:cubicBezTo>
                  <a:lnTo>
                    <a:pt x="0" y="952595"/>
                  </a:lnTo>
                  <a:cubicBezTo>
                    <a:pt x="101822" y="788289"/>
                    <a:pt x="203740" y="624173"/>
                    <a:pt x="305562" y="459867"/>
                  </a:cubicBezTo>
                  <a:cubicBezTo>
                    <a:pt x="208693" y="306705"/>
                    <a:pt x="111823" y="153353"/>
                    <a:pt x="14954" y="9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2DF0011-F527-8047-800F-7E155446FCD6}"/>
                </a:ext>
              </a:extLst>
            </p:cNvPr>
            <p:cNvSpPr/>
            <p:nvPr/>
          </p:nvSpPr>
          <p:spPr>
            <a:xfrm>
              <a:off x="16351421" y="8727139"/>
              <a:ext cx="728351" cy="1144977"/>
            </a:xfrm>
            <a:custGeom>
              <a:avLst/>
              <a:gdLst>
                <a:gd name="connsiteX0" fmla="*/ 509416 w 728351"/>
                <a:gd name="connsiteY0" fmla="*/ 14429 h 1144977"/>
                <a:gd name="connsiteX1" fmla="*/ 685629 w 728351"/>
                <a:gd name="connsiteY1" fmla="*/ 904 h 1144977"/>
                <a:gd name="connsiteX2" fmla="*/ 685724 w 728351"/>
                <a:gd name="connsiteY2" fmla="*/ 151304 h 1144977"/>
                <a:gd name="connsiteX3" fmla="*/ 522275 w 728351"/>
                <a:gd name="connsiteY3" fmla="*/ 152542 h 1144977"/>
                <a:gd name="connsiteX4" fmla="*/ 628097 w 728351"/>
                <a:gd name="connsiteY4" fmla="*/ 257031 h 1144977"/>
                <a:gd name="connsiteX5" fmla="*/ 595141 w 728351"/>
                <a:gd name="connsiteY5" fmla="*/ 517730 h 1144977"/>
                <a:gd name="connsiteX6" fmla="*/ 424834 w 728351"/>
                <a:gd name="connsiteY6" fmla="*/ 596312 h 1144977"/>
                <a:gd name="connsiteX7" fmla="*/ 215093 w 728351"/>
                <a:gd name="connsiteY7" fmla="*/ 586406 h 1144977"/>
                <a:gd name="connsiteX8" fmla="*/ 207664 w 728351"/>
                <a:gd name="connsiteY8" fmla="*/ 685561 h 1144977"/>
                <a:gd name="connsiteX9" fmla="*/ 352254 w 728351"/>
                <a:gd name="connsiteY9" fmla="*/ 698229 h 1144977"/>
                <a:gd name="connsiteX10" fmla="*/ 619430 w 728351"/>
                <a:gd name="connsiteY10" fmla="*/ 722327 h 1144977"/>
                <a:gd name="connsiteX11" fmla="*/ 722490 w 728351"/>
                <a:gd name="connsiteY11" fmla="*/ 848248 h 1144977"/>
                <a:gd name="connsiteX12" fmla="*/ 671818 w 728351"/>
                <a:gd name="connsiteY12" fmla="*/ 1060560 h 1144977"/>
                <a:gd name="connsiteX13" fmla="*/ 458933 w 728351"/>
                <a:gd name="connsiteY13" fmla="*/ 1139237 h 1144977"/>
                <a:gd name="connsiteX14" fmla="*/ 192615 w 728351"/>
                <a:gd name="connsiteY14" fmla="*/ 1135141 h 1144977"/>
                <a:gd name="connsiteX15" fmla="*/ 44406 w 728351"/>
                <a:gd name="connsiteY15" fmla="*/ 1078372 h 1144977"/>
                <a:gd name="connsiteX16" fmla="*/ 53168 w 728351"/>
                <a:gd name="connsiteY16" fmla="*/ 870060 h 1144977"/>
                <a:gd name="connsiteX17" fmla="*/ 132893 w 728351"/>
                <a:gd name="connsiteY17" fmla="*/ 840533 h 1144977"/>
                <a:gd name="connsiteX18" fmla="*/ 133845 w 728351"/>
                <a:gd name="connsiteY18" fmla="*/ 828817 h 1144977"/>
                <a:gd name="connsiteX19" fmla="*/ 74886 w 728351"/>
                <a:gd name="connsiteY19" fmla="*/ 800909 h 1144977"/>
                <a:gd name="connsiteX20" fmla="*/ 62407 w 728351"/>
                <a:gd name="connsiteY20" fmla="*/ 623458 h 1144977"/>
                <a:gd name="connsiteX21" fmla="*/ 167373 w 728351"/>
                <a:gd name="connsiteY21" fmla="*/ 571451 h 1144977"/>
                <a:gd name="connsiteX22" fmla="*/ 48883 w 728351"/>
                <a:gd name="connsiteY22" fmla="*/ 446293 h 1144977"/>
                <a:gd name="connsiteX23" fmla="*/ 89078 w 728351"/>
                <a:gd name="connsiteY23" fmla="*/ 211311 h 1144977"/>
                <a:gd name="connsiteX24" fmla="*/ 259099 w 728351"/>
                <a:gd name="connsiteY24" fmla="*/ 128444 h 1144977"/>
                <a:gd name="connsiteX25" fmla="*/ 463982 w 728351"/>
                <a:gd name="connsiteY25" fmla="*/ 135397 h 1144977"/>
                <a:gd name="connsiteX26" fmla="*/ 509416 w 728351"/>
                <a:gd name="connsiteY26" fmla="*/ 14429 h 1144977"/>
                <a:gd name="connsiteX27" fmla="*/ 299866 w 728351"/>
                <a:gd name="connsiteY27" fmla="*/ 260841 h 1144977"/>
                <a:gd name="connsiteX28" fmla="*/ 226714 w 728351"/>
                <a:gd name="connsiteY28" fmla="*/ 331612 h 1144977"/>
                <a:gd name="connsiteX29" fmla="*/ 251860 w 728351"/>
                <a:gd name="connsiteY29" fmla="*/ 441245 h 1144977"/>
                <a:gd name="connsiteX30" fmla="*/ 381210 w 728351"/>
                <a:gd name="connsiteY30" fmla="*/ 465724 h 1144977"/>
                <a:gd name="connsiteX31" fmla="*/ 458838 w 728351"/>
                <a:gd name="connsiteY31" fmla="*/ 397906 h 1144977"/>
                <a:gd name="connsiteX32" fmla="*/ 431216 w 728351"/>
                <a:gd name="connsiteY32" fmla="*/ 281320 h 1144977"/>
                <a:gd name="connsiteX33" fmla="*/ 299866 w 728351"/>
                <a:gd name="connsiteY33" fmla="*/ 260841 h 1144977"/>
                <a:gd name="connsiteX34" fmla="*/ 182613 w 728351"/>
                <a:gd name="connsiteY34" fmla="*/ 987218 h 1144977"/>
                <a:gd name="connsiteX35" fmla="*/ 343872 w 728351"/>
                <a:gd name="connsiteY35" fmla="*/ 1010554 h 1144977"/>
                <a:gd name="connsiteX36" fmla="*/ 507321 w 728351"/>
                <a:gd name="connsiteY36" fmla="*/ 990170 h 1144977"/>
                <a:gd name="connsiteX37" fmla="*/ 517321 w 728351"/>
                <a:gd name="connsiteY37" fmla="*/ 890158 h 1144977"/>
                <a:gd name="connsiteX38" fmla="*/ 428644 w 728351"/>
                <a:gd name="connsiteY38" fmla="*/ 870536 h 1144977"/>
                <a:gd name="connsiteX39" fmla="*/ 180994 w 728351"/>
                <a:gd name="connsiteY39" fmla="*/ 870155 h 1144977"/>
                <a:gd name="connsiteX40" fmla="*/ 182613 w 728351"/>
                <a:gd name="connsiteY40" fmla="*/ 987218 h 114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28351" h="1144977">
                  <a:moveTo>
                    <a:pt x="509416" y="14429"/>
                  </a:moveTo>
                  <a:cubicBezTo>
                    <a:pt x="564471" y="-10431"/>
                    <a:pt x="627240" y="5381"/>
                    <a:pt x="685629" y="904"/>
                  </a:cubicBezTo>
                  <a:cubicBezTo>
                    <a:pt x="685629" y="51005"/>
                    <a:pt x="685629" y="101202"/>
                    <a:pt x="685724" y="151304"/>
                  </a:cubicBezTo>
                  <a:cubicBezTo>
                    <a:pt x="631146" y="151875"/>
                    <a:pt x="576663" y="150065"/>
                    <a:pt x="522275" y="152542"/>
                  </a:cubicBezTo>
                  <a:cubicBezTo>
                    <a:pt x="564185" y="179498"/>
                    <a:pt x="607809" y="209311"/>
                    <a:pt x="628097" y="257031"/>
                  </a:cubicBezTo>
                  <a:cubicBezTo>
                    <a:pt x="665245" y="340280"/>
                    <a:pt x="658673" y="448769"/>
                    <a:pt x="595141" y="517730"/>
                  </a:cubicBezTo>
                  <a:cubicBezTo>
                    <a:pt x="551136" y="564879"/>
                    <a:pt x="487223" y="587168"/>
                    <a:pt x="424834" y="596312"/>
                  </a:cubicBezTo>
                  <a:cubicBezTo>
                    <a:pt x="355112" y="605551"/>
                    <a:pt x="283388" y="603932"/>
                    <a:pt x="215093" y="586406"/>
                  </a:cubicBezTo>
                  <a:cubicBezTo>
                    <a:pt x="183757" y="608123"/>
                    <a:pt x="170231" y="663177"/>
                    <a:pt x="207664" y="685561"/>
                  </a:cubicBezTo>
                  <a:cubicBezTo>
                    <a:pt x="252527" y="707087"/>
                    <a:pt x="304247" y="695181"/>
                    <a:pt x="352254" y="698229"/>
                  </a:cubicBezTo>
                  <a:cubicBezTo>
                    <a:pt x="441312" y="701277"/>
                    <a:pt x="534848" y="687085"/>
                    <a:pt x="619430" y="722327"/>
                  </a:cubicBezTo>
                  <a:cubicBezTo>
                    <a:pt x="672484" y="743282"/>
                    <a:pt x="712108" y="792241"/>
                    <a:pt x="722490" y="848248"/>
                  </a:cubicBezTo>
                  <a:cubicBezTo>
                    <a:pt x="736301" y="921019"/>
                    <a:pt x="728110" y="1006744"/>
                    <a:pt x="671818" y="1060560"/>
                  </a:cubicBezTo>
                  <a:cubicBezTo>
                    <a:pt x="614857" y="1114281"/>
                    <a:pt x="534086" y="1130283"/>
                    <a:pt x="458933" y="1139237"/>
                  </a:cubicBezTo>
                  <a:cubicBezTo>
                    <a:pt x="370447" y="1147428"/>
                    <a:pt x="280721" y="1147524"/>
                    <a:pt x="192615" y="1135141"/>
                  </a:cubicBezTo>
                  <a:cubicBezTo>
                    <a:pt x="140322" y="1126473"/>
                    <a:pt x="85744" y="1113233"/>
                    <a:pt x="44406" y="1078372"/>
                  </a:cubicBezTo>
                  <a:cubicBezTo>
                    <a:pt x="-17698" y="1026937"/>
                    <a:pt x="-14554" y="915209"/>
                    <a:pt x="53168" y="870060"/>
                  </a:cubicBezTo>
                  <a:cubicBezTo>
                    <a:pt x="76505" y="852820"/>
                    <a:pt x="105461" y="847867"/>
                    <a:pt x="132893" y="840533"/>
                  </a:cubicBezTo>
                  <a:cubicBezTo>
                    <a:pt x="133179" y="837580"/>
                    <a:pt x="133560" y="831674"/>
                    <a:pt x="133845" y="828817"/>
                  </a:cubicBezTo>
                  <a:cubicBezTo>
                    <a:pt x="113747" y="820149"/>
                    <a:pt x="91459" y="815577"/>
                    <a:pt x="74886" y="800909"/>
                  </a:cubicBezTo>
                  <a:cubicBezTo>
                    <a:pt x="22880" y="759475"/>
                    <a:pt x="13259" y="670702"/>
                    <a:pt x="62407" y="623458"/>
                  </a:cubicBezTo>
                  <a:cubicBezTo>
                    <a:pt x="90411" y="594597"/>
                    <a:pt x="130036" y="582786"/>
                    <a:pt x="167373" y="571451"/>
                  </a:cubicBezTo>
                  <a:cubicBezTo>
                    <a:pt x="114129" y="546401"/>
                    <a:pt x="66980" y="503538"/>
                    <a:pt x="48883" y="446293"/>
                  </a:cubicBezTo>
                  <a:cubicBezTo>
                    <a:pt x="23546" y="368283"/>
                    <a:pt x="33357" y="274271"/>
                    <a:pt x="89078" y="211311"/>
                  </a:cubicBezTo>
                  <a:cubicBezTo>
                    <a:pt x="132036" y="162448"/>
                    <a:pt x="196043" y="138159"/>
                    <a:pt x="259099" y="128444"/>
                  </a:cubicBezTo>
                  <a:cubicBezTo>
                    <a:pt x="327012" y="118728"/>
                    <a:pt x="396925" y="119871"/>
                    <a:pt x="463982" y="135397"/>
                  </a:cubicBezTo>
                  <a:cubicBezTo>
                    <a:pt x="462457" y="91963"/>
                    <a:pt x="465697" y="37289"/>
                    <a:pt x="509416" y="14429"/>
                  </a:cubicBezTo>
                  <a:moveTo>
                    <a:pt x="299866" y="260841"/>
                  </a:moveTo>
                  <a:cubicBezTo>
                    <a:pt x="264243" y="267223"/>
                    <a:pt x="231476" y="294464"/>
                    <a:pt x="226714" y="331612"/>
                  </a:cubicBezTo>
                  <a:cubicBezTo>
                    <a:pt x="221476" y="368855"/>
                    <a:pt x="221571" y="413908"/>
                    <a:pt x="251860" y="441245"/>
                  </a:cubicBezTo>
                  <a:cubicBezTo>
                    <a:pt x="286817" y="471534"/>
                    <a:pt x="337585" y="472201"/>
                    <a:pt x="381210" y="465724"/>
                  </a:cubicBezTo>
                  <a:cubicBezTo>
                    <a:pt x="417214" y="460676"/>
                    <a:pt x="452171" y="435339"/>
                    <a:pt x="458838" y="397906"/>
                  </a:cubicBezTo>
                  <a:cubicBezTo>
                    <a:pt x="465315" y="358282"/>
                    <a:pt x="465315" y="308942"/>
                    <a:pt x="431216" y="281320"/>
                  </a:cubicBezTo>
                  <a:cubicBezTo>
                    <a:pt x="394164" y="253221"/>
                    <a:pt x="343586" y="252935"/>
                    <a:pt x="299866" y="260841"/>
                  </a:cubicBezTo>
                  <a:moveTo>
                    <a:pt x="182613" y="987218"/>
                  </a:moveTo>
                  <a:cubicBezTo>
                    <a:pt x="230810" y="1015888"/>
                    <a:pt x="289960" y="1009411"/>
                    <a:pt x="343872" y="1010554"/>
                  </a:cubicBezTo>
                  <a:cubicBezTo>
                    <a:pt x="398354" y="1009411"/>
                    <a:pt x="457124" y="1016078"/>
                    <a:pt x="507321" y="990170"/>
                  </a:cubicBezTo>
                  <a:cubicBezTo>
                    <a:pt x="543135" y="972073"/>
                    <a:pt x="550183" y="914256"/>
                    <a:pt x="517321" y="890158"/>
                  </a:cubicBezTo>
                  <a:cubicBezTo>
                    <a:pt x="491509" y="872346"/>
                    <a:pt x="458744" y="871394"/>
                    <a:pt x="428644" y="870536"/>
                  </a:cubicBezTo>
                  <a:cubicBezTo>
                    <a:pt x="346062" y="870155"/>
                    <a:pt x="263481" y="871013"/>
                    <a:pt x="180994" y="870155"/>
                  </a:cubicBezTo>
                  <a:cubicBezTo>
                    <a:pt x="153467" y="902064"/>
                    <a:pt x="142608" y="960548"/>
                    <a:pt x="182613" y="9872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3871B77-82D8-9E96-7FDF-19E07894D012}"/>
                </a:ext>
              </a:extLst>
            </p:cNvPr>
            <p:cNvSpPr/>
            <p:nvPr/>
          </p:nvSpPr>
          <p:spPr>
            <a:xfrm>
              <a:off x="10085832" y="8849421"/>
              <a:ext cx="669369" cy="749856"/>
            </a:xfrm>
            <a:custGeom>
              <a:avLst/>
              <a:gdLst>
                <a:gd name="connsiteX0" fmla="*/ 260667 w 669369"/>
                <a:gd name="connsiteY0" fmla="*/ 6542 h 749856"/>
                <a:gd name="connsiteX1" fmla="*/ 515461 w 669369"/>
                <a:gd name="connsiteY1" fmla="*/ 44071 h 749856"/>
                <a:gd name="connsiteX2" fmla="*/ 650335 w 669369"/>
                <a:gd name="connsiteY2" fmla="*/ 226855 h 749856"/>
                <a:gd name="connsiteX3" fmla="*/ 669099 w 669369"/>
                <a:gd name="connsiteY3" fmla="*/ 426404 h 749856"/>
                <a:gd name="connsiteX4" fmla="*/ 208470 w 669369"/>
                <a:gd name="connsiteY4" fmla="*/ 426404 h 749856"/>
                <a:gd name="connsiteX5" fmla="*/ 248666 w 669369"/>
                <a:gd name="connsiteY5" fmla="*/ 550039 h 749856"/>
                <a:gd name="connsiteX6" fmla="*/ 408590 w 669369"/>
                <a:gd name="connsiteY6" fmla="*/ 587472 h 749856"/>
                <a:gd name="connsiteX7" fmla="*/ 543464 w 669369"/>
                <a:gd name="connsiteY7" fmla="*/ 505081 h 749856"/>
                <a:gd name="connsiteX8" fmla="*/ 645001 w 669369"/>
                <a:gd name="connsiteY8" fmla="*/ 630239 h 749856"/>
                <a:gd name="connsiteX9" fmla="*/ 370110 w 669369"/>
                <a:gd name="connsiteY9" fmla="*/ 749111 h 749856"/>
                <a:gd name="connsiteX10" fmla="*/ 115697 w 669369"/>
                <a:gd name="connsiteY10" fmla="*/ 673673 h 749856"/>
                <a:gd name="connsiteX11" fmla="*/ 2444 w 669369"/>
                <a:gd name="connsiteY11" fmla="*/ 428785 h 749856"/>
                <a:gd name="connsiteX12" fmla="*/ 63881 w 669369"/>
                <a:gd name="connsiteY12" fmla="*/ 132082 h 749856"/>
                <a:gd name="connsiteX13" fmla="*/ 260667 w 669369"/>
                <a:gd name="connsiteY13" fmla="*/ 6542 h 749856"/>
                <a:gd name="connsiteX14" fmla="*/ 236283 w 669369"/>
                <a:gd name="connsiteY14" fmla="*/ 199900 h 749856"/>
                <a:gd name="connsiteX15" fmla="*/ 208375 w 669369"/>
                <a:gd name="connsiteY15" fmla="*/ 307246 h 749856"/>
                <a:gd name="connsiteX16" fmla="*/ 460216 w 669369"/>
                <a:gd name="connsiteY16" fmla="*/ 307246 h 749856"/>
                <a:gd name="connsiteX17" fmla="*/ 429450 w 669369"/>
                <a:gd name="connsiteY17" fmla="*/ 188851 h 749856"/>
                <a:gd name="connsiteX18" fmla="*/ 236283 w 669369"/>
                <a:gd name="connsiteY18" fmla="*/ 199900 h 749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369" h="749856">
                  <a:moveTo>
                    <a:pt x="260667" y="6542"/>
                  </a:moveTo>
                  <a:cubicBezTo>
                    <a:pt x="346297" y="-7650"/>
                    <a:pt x="439261" y="-316"/>
                    <a:pt x="515461" y="44071"/>
                  </a:cubicBezTo>
                  <a:cubicBezTo>
                    <a:pt x="583279" y="83123"/>
                    <a:pt x="629285" y="152465"/>
                    <a:pt x="650335" y="226855"/>
                  </a:cubicBezTo>
                  <a:cubicBezTo>
                    <a:pt x="669956" y="291435"/>
                    <a:pt x="669956" y="359539"/>
                    <a:pt x="669099" y="426404"/>
                  </a:cubicBezTo>
                  <a:cubicBezTo>
                    <a:pt x="515556" y="426404"/>
                    <a:pt x="362013" y="426404"/>
                    <a:pt x="208470" y="426404"/>
                  </a:cubicBezTo>
                  <a:cubicBezTo>
                    <a:pt x="208565" y="470124"/>
                    <a:pt x="215900" y="518035"/>
                    <a:pt x="248666" y="550039"/>
                  </a:cubicBezTo>
                  <a:cubicBezTo>
                    <a:pt x="290004" y="590806"/>
                    <a:pt x="353822" y="596140"/>
                    <a:pt x="408590" y="587472"/>
                  </a:cubicBezTo>
                  <a:cubicBezTo>
                    <a:pt x="462693" y="579090"/>
                    <a:pt x="506603" y="543181"/>
                    <a:pt x="543464" y="505081"/>
                  </a:cubicBezTo>
                  <a:cubicBezTo>
                    <a:pt x="577373" y="546705"/>
                    <a:pt x="610235" y="589282"/>
                    <a:pt x="645001" y="630239"/>
                  </a:cubicBezTo>
                  <a:cubicBezTo>
                    <a:pt x="576993" y="708916"/>
                    <a:pt x="471741" y="744920"/>
                    <a:pt x="370110" y="749111"/>
                  </a:cubicBezTo>
                  <a:cubicBezTo>
                    <a:pt x="280384" y="754159"/>
                    <a:pt x="184848" y="734062"/>
                    <a:pt x="115697" y="673673"/>
                  </a:cubicBezTo>
                  <a:cubicBezTo>
                    <a:pt x="44640" y="613094"/>
                    <a:pt x="10255" y="519844"/>
                    <a:pt x="2444" y="428785"/>
                  </a:cubicBezTo>
                  <a:cubicBezTo>
                    <a:pt x="-6128" y="327249"/>
                    <a:pt x="6350" y="218664"/>
                    <a:pt x="63881" y="132082"/>
                  </a:cubicBezTo>
                  <a:cubicBezTo>
                    <a:pt x="107886" y="64645"/>
                    <a:pt x="181800" y="19972"/>
                    <a:pt x="260667" y="6542"/>
                  </a:cubicBezTo>
                  <a:moveTo>
                    <a:pt x="236283" y="199900"/>
                  </a:moveTo>
                  <a:cubicBezTo>
                    <a:pt x="213804" y="230856"/>
                    <a:pt x="209042" y="270004"/>
                    <a:pt x="208375" y="307246"/>
                  </a:cubicBezTo>
                  <a:lnTo>
                    <a:pt x="460216" y="307246"/>
                  </a:lnTo>
                  <a:cubicBezTo>
                    <a:pt x="459835" y="266289"/>
                    <a:pt x="455930" y="222093"/>
                    <a:pt x="429450" y="188851"/>
                  </a:cubicBezTo>
                  <a:cubicBezTo>
                    <a:pt x="382111" y="129700"/>
                    <a:pt x="278003" y="138273"/>
                    <a:pt x="236283" y="1999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8EB9A85-89C6-1EC3-5478-A8F89D67749A}"/>
                </a:ext>
              </a:extLst>
            </p:cNvPr>
            <p:cNvSpPr/>
            <p:nvPr/>
          </p:nvSpPr>
          <p:spPr>
            <a:xfrm>
              <a:off x="10852675" y="8849297"/>
              <a:ext cx="625965" cy="749878"/>
            </a:xfrm>
            <a:custGeom>
              <a:avLst/>
              <a:gdLst>
                <a:gd name="connsiteX0" fmla="*/ 115044 w 625965"/>
                <a:gd name="connsiteY0" fmla="*/ 72770 h 749878"/>
                <a:gd name="connsiteX1" fmla="*/ 437561 w 625965"/>
                <a:gd name="connsiteY1" fmla="*/ 13810 h 749878"/>
                <a:gd name="connsiteX2" fmla="*/ 621870 w 625965"/>
                <a:gd name="connsiteY2" fmla="*/ 187165 h 749878"/>
                <a:gd name="connsiteX3" fmla="*/ 458230 w 625965"/>
                <a:gd name="connsiteY3" fmla="*/ 258221 h 749878"/>
                <a:gd name="connsiteX4" fmla="*/ 411843 w 625965"/>
                <a:gd name="connsiteY4" fmla="*/ 184117 h 749878"/>
                <a:gd name="connsiteX5" fmla="*/ 233916 w 625965"/>
                <a:gd name="connsiteY5" fmla="*/ 212120 h 749878"/>
                <a:gd name="connsiteX6" fmla="*/ 210771 w 625965"/>
                <a:gd name="connsiteY6" fmla="*/ 371093 h 749878"/>
                <a:gd name="connsiteX7" fmla="*/ 230868 w 625965"/>
                <a:gd name="connsiteY7" fmla="*/ 533684 h 749878"/>
                <a:gd name="connsiteX8" fmla="*/ 439371 w 625965"/>
                <a:gd name="connsiteY8" fmla="*/ 540352 h 749878"/>
                <a:gd name="connsiteX9" fmla="*/ 468708 w 625965"/>
                <a:gd name="connsiteY9" fmla="*/ 483392 h 749878"/>
                <a:gd name="connsiteX10" fmla="*/ 625965 w 625965"/>
                <a:gd name="connsiteY10" fmla="*/ 551782 h 749878"/>
                <a:gd name="connsiteX11" fmla="*/ 521095 w 625965"/>
                <a:gd name="connsiteY11" fmla="*/ 697800 h 749878"/>
                <a:gd name="connsiteX12" fmla="*/ 271921 w 625965"/>
                <a:gd name="connsiteY12" fmla="*/ 745425 h 749878"/>
                <a:gd name="connsiteX13" fmla="*/ 70086 w 625965"/>
                <a:gd name="connsiteY13" fmla="*/ 627696 h 749878"/>
                <a:gd name="connsiteX14" fmla="*/ 1316 w 625965"/>
                <a:gd name="connsiteY14" fmla="*/ 333183 h 749878"/>
                <a:gd name="connsiteX15" fmla="*/ 115044 w 625965"/>
                <a:gd name="connsiteY15" fmla="*/ 72770 h 749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65" h="749878">
                  <a:moveTo>
                    <a:pt x="115044" y="72770"/>
                  </a:moveTo>
                  <a:cubicBezTo>
                    <a:pt x="202770" y="-1430"/>
                    <a:pt x="329357" y="-14479"/>
                    <a:pt x="437561" y="13810"/>
                  </a:cubicBezTo>
                  <a:cubicBezTo>
                    <a:pt x="523476" y="36003"/>
                    <a:pt x="592628" y="104202"/>
                    <a:pt x="621870" y="187165"/>
                  </a:cubicBezTo>
                  <a:cubicBezTo>
                    <a:pt x="567387" y="211073"/>
                    <a:pt x="512713" y="234504"/>
                    <a:pt x="458230" y="258221"/>
                  </a:cubicBezTo>
                  <a:cubicBezTo>
                    <a:pt x="449086" y="230313"/>
                    <a:pt x="436418" y="201738"/>
                    <a:pt x="411843" y="184117"/>
                  </a:cubicBezTo>
                  <a:cubicBezTo>
                    <a:pt x="358503" y="144969"/>
                    <a:pt x="269445" y="152494"/>
                    <a:pt x="233916" y="212120"/>
                  </a:cubicBezTo>
                  <a:cubicBezTo>
                    <a:pt x="204294" y="259650"/>
                    <a:pt x="211342" y="317753"/>
                    <a:pt x="210771" y="371093"/>
                  </a:cubicBezTo>
                  <a:cubicBezTo>
                    <a:pt x="212104" y="425385"/>
                    <a:pt x="203055" y="484059"/>
                    <a:pt x="230868" y="533684"/>
                  </a:cubicBezTo>
                  <a:cubicBezTo>
                    <a:pt x="271350" y="608265"/>
                    <a:pt x="392317" y="607884"/>
                    <a:pt x="439371" y="540352"/>
                  </a:cubicBezTo>
                  <a:cubicBezTo>
                    <a:pt x="452134" y="523112"/>
                    <a:pt x="460135" y="502919"/>
                    <a:pt x="468708" y="483392"/>
                  </a:cubicBezTo>
                  <a:cubicBezTo>
                    <a:pt x="521095" y="506252"/>
                    <a:pt x="573578" y="528922"/>
                    <a:pt x="625965" y="551782"/>
                  </a:cubicBezTo>
                  <a:cubicBezTo>
                    <a:pt x="605106" y="608741"/>
                    <a:pt x="571673" y="662939"/>
                    <a:pt x="521095" y="697800"/>
                  </a:cubicBezTo>
                  <a:cubicBezTo>
                    <a:pt x="449372" y="748092"/>
                    <a:pt x="356598" y="756855"/>
                    <a:pt x="271921" y="745425"/>
                  </a:cubicBezTo>
                  <a:cubicBezTo>
                    <a:pt x="192673" y="734757"/>
                    <a:pt x="116473" y="693800"/>
                    <a:pt x="70086" y="627696"/>
                  </a:cubicBezTo>
                  <a:cubicBezTo>
                    <a:pt x="9603" y="543114"/>
                    <a:pt x="-4876" y="434624"/>
                    <a:pt x="1316" y="333183"/>
                  </a:cubicBezTo>
                  <a:cubicBezTo>
                    <a:pt x="7031" y="237171"/>
                    <a:pt x="39702" y="136778"/>
                    <a:pt x="115044" y="727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D9AA833-AD83-E679-5D6E-186A8D02B00C}"/>
                </a:ext>
              </a:extLst>
            </p:cNvPr>
            <p:cNvSpPr/>
            <p:nvPr/>
          </p:nvSpPr>
          <p:spPr>
            <a:xfrm>
              <a:off x="13262546" y="8849276"/>
              <a:ext cx="625919" cy="749850"/>
            </a:xfrm>
            <a:custGeom>
              <a:avLst/>
              <a:gdLst>
                <a:gd name="connsiteX0" fmla="*/ 114142 w 625919"/>
                <a:gd name="connsiteY0" fmla="*/ 73457 h 749850"/>
                <a:gd name="connsiteX1" fmla="*/ 437897 w 625919"/>
                <a:gd name="connsiteY1" fmla="*/ 13831 h 749850"/>
                <a:gd name="connsiteX2" fmla="*/ 621920 w 625919"/>
                <a:gd name="connsiteY2" fmla="*/ 187281 h 749850"/>
                <a:gd name="connsiteX3" fmla="*/ 458280 w 625919"/>
                <a:gd name="connsiteY3" fmla="*/ 258242 h 749850"/>
                <a:gd name="connsiteX4" fmla="*/ 399225 w 625919"/>
                <a:gd name="connsiteY4" fmla="*/ 175946 h 749850"/>
                <a:gd name="connsiteX5" fmla="*/ 237776 w 625919"/>
                <a:gd name="connsiteY5" fmla="*/ 206426 h 749850"/>
                <a:gd name="connsiteX6" fmla="*/ 210725 w 625919"/>
                <a:gd name="connsiteY6" fmla="*/ 371209 h 749850"/>
                <a:gd name="connsiteX7" fmla="*/ 231013 w 625919"/>
                <a:gd name="connsiteY7" fmla="*/ 534086 h 749850"/>
                <a:gd name="connsiteX8" fmla="*/ 437992 w 625919"/>
                <a:gd name="connsiteY8" fmla="*/ 542278 h 749850"/>
                <a:gd name="connsiteX9" fmla="*/ 468662 w 625919"/>
                <a:gd name="connsiteY9" fmla="*/ 483413 h 749850"/>
                <a:gd name="connsiteX10" fmla="*/ 625920 w 625919"/>
                <a:gd name="connsiteY10" fmla="*/ 551898 h 749850"/>
                <a:gd name="connsiteX11" fmla="*/ 514573 w 625919"/>
                <a:gd name="connsiteY11" fmla="*/ 702203 h 749850"/>
                <a:gd name="connsiteX12" fmla="*/ 265494 w 625919"/>
                <a:gd name="connsiteY12" fmla="*/ 744398 h 749850"/>
                <a:gd name="connsiteX13" fmla="*/ 66422 w 625919"/>
                <a:gd name="connsiteY13" fmla="*/ 622478 h 749850"/>
                <a:gd name="connsiteX14" fmla="*/ 1937 w 625919"/>
                <a:gd name="connsiteY14" fmla="*/ 324441 h 749850"/>
                <a:gd name="connsiteX15" fmla="*/ 114142 w 625919"/>
                <a:gd name="connsiteY15" fmla="*/ 73457 h 74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19" h="749850">
                  <a:moveTo>
                    <a:pt x="114142" y="73457"/>
                  </a:moveTo>
                  <a:cubicBezTo>
                    <a:pt x="201962" y="-1409"/>
                    <a:pt x="329121" y="-14554"/>
                    <a:pt x="437897" y="13831"/>
                  </a:cubicBezTo>
                  <a:cubicBezTo>
                    <a:pt x="523717" y="36215"/>
                    <a:pt x="592582" y="104318"/>
                    <a:pt x="621920" y="187281"/>
                  </a:cubicBezTo>
                  <a:cubicBezTo>
                    <a:pt x="567341" y="210998"/>
                    <a:pt x="512763" y="234525"/>
                    <a:pt x="458280" y="258242"/>
                  </a:cubicBezTo>
                  <a:cubicBezTo>
                    <a:pt x="448184" y="225476"/>
                    <a:pt x="430753" y="192425"/>
                    <a:pt x="399225" y="175946"/>
                  </a:cubicBezTo>
                  <a:cubicBezTo>
                    <a:pt x="347599" y="148133"/>
                    <a:pt x="272447" y="155658"/>
                    <a:pt x="237776" y="206426"/>
                  </a:cubicBezTo>
                  <a:cubicBezTo>
                    <a:pt x="203772" y="254432"/>
                    <a:pt x="211202" y="315869"/>
                    <a:pt x="210725" y="371209"/>
                  </a:cubicBezTo>
                  <a:cubicBezTo>
                    <a:pt x="212059" y="425692"/>
                    <a:pt x="203105" y="484366"/>
                    <a:pt x="231013" y="534086"/>
                  </a:cubicBezTo>
                  <a:cubicBezTo>
                    <a:pt x="271304" y="607524"/>
                    <a:pt x="390081" y="607905"/>
                    <a:pt x="437992" y="542278"/>
                  </a:cubicBezTo>
                  <a:cubicBezTo>
                    <a:pt x="451422" y="524561"/>
                    <a:pt x="459899" y="503702"/>
                    <a:pt x="468662" y="483413"/>
                  </a:cubicBezTo>
                  <a:cubicBezTo>
                    <a:pt x="521050" y="506178"/>
                    <a:pt x="573532" y="528943"/>
                    <a:pt x="625920" y="551898"/>
                  </a:cubicBezTo>
                  <a:cubicBezTo>
                    <a:pt x="604298" y="611144"/>
                    <a:pt x="568579" y="667532"/>
                    <a:pt x="514573" y="702203"/>
                  </a:cubicBezTo>
                  <a:cubicBezTo>
                    <a:pt x="441706" y="749732"/>
                    <a:pt x="349600" y="756971"/>
                    <a:pt x="265494" y="744398"/>
                  </a:cubicBezTo>
                  <a:cubicBezTo>
                    <a:pt x="186341" y="732492"/>
                    <a:pt x="111189" y="689534"/>
                    <a:pt x="66422" y="622478"/>
                  </a:cubicBezTo>
                  <a:cubicBezTo>
                    <a:pt x="7366" y="535991"/>
                    <a:pt x="-5587" y="426644"/>
                    <a:pt x="1937" y="324441"/>
                  </a:cubicBezTo>
                  <a:cubicBezTo>
                    <a:pt x="8890" y="231668"/>
                    <a:pt x="41656" y="135465"/>
                    <a:pt x="114142" y="7345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BEADA96-1A80-9EB1-DBCA-0EBF9FDAB801}"/>
                </a:ext>
              </a:extLst>
            </p:cNvPr>
            <p:cNvSpPr/>
            <p:nvPr/>
          </p:nvSpPr>
          <p:spPr>
            <a:xfrm>
              <a:off x="14778191" y="8849530"/>
              <a:ext cx="689710" cy="749617"/>
            </a:xfrm>
            <a:custGeom>
              <a:avLst/>
              <a:gdLst>
                <a:gd name="connsiteX0" fmla="*/ 27247 w 689710"/>
                <a:gd name="connsiteY0" fmla="*/ 137021 h 749617"/>
                <a:gd name="connsiteX1" fmla="*/ 239750 w 689710"/>
                <a:gd name="connsiteY1" fmla="*/ 5290 h 749617"/>
                <a:gd name="connsiteX2" fmla="*/ 522070 w 689710"/>
                <a:gd name="connsiteY2" fmla="*/ 49582 h 749617"/>
                <a:gd name="connsiteX3" fmla="*/ 622654 w 689710"/>
                <a:gd name="connsiteY3" fmla="*/ 247606 h 749617"/>
                <a:gd name="connsiteX4" fmla="*/ 623036 w 689710"/>
                <a:gd name="connsiteY4" fmla="*/ 575838 h 749617"/>
                <a:gd name="connsiteX5" fmla="*/ 689711 w 689710"/>
                <a:gd name="connsiteY5" fmla="*/ 575933 h 749617"/>
                <a:gd name="connsiteX6" fmla="*/ 689711 w 689710"/>
                <a:gd name="connsiteY6" fmla="*/ 733000 h 749617"/>
                <a:gd name="connsiteX7" fmla="*/ 506259 w 689710"/>
                <a:gd name="connsiteY7" fmla="*/ 713950 h 749617"/>
                <a:gd name="connsiteX8" fmla="*/ 438441 w 689710"/>
                <a:gd name="connsiteY8" fmla="*/ 603270 h 749617"/>
                <a:gd name="connsiteX9" fmla="*/ 388625 w 689710"/>
                <a:gd name="connsiteY9" fmla="*/ 690805 h 749617"/>
                <a:gd name="connsiteX10" fmla="*/ 169074 w 689710"/>
                <a:gd name="connsiteY10" fmla="*/ 745288 h 749617"/>
                <a:gd name="connsiteX11" fmla="*/ 15341 w 689710"/>
                <a:gd name="connsiteY11" fmla="*/ 626892 h 749617"/>
                <a:gd name="connsiteX12" fmla="*/ 37153 w 689710"/>
                <a:gd name="connsiteY12" fmla="*/ 416008 h 749617"/>
                <a:gd name="connsiteX13" fmla="*/ 191076 w 689710"/>
                <a:gd name="connsiteY13" fmla="*/ 327521 h 749617"/>
                <a:gd name="connsiteX14" fmla="*/ 420629 w 689710"/>
                <a:gd name="connsiteY14" fmla="*/ 316663 h 749617"/>
                <a:gd name="connsiteX15" fmla="*/ 392911 w 689710"/>
                <a:gd name="connsiteY15" fmla="*/ 189028 h 749617"/>
                <a:gd name="connsiteX16" fmla="*/ 258323 w 689710"/>
                <a:gd name="connsiteY16" fmla="*/ 163310 h 749617"/>
                <a:gd name="connsiteX17" fmla="*/ 147452 w 689710"/>
                <a:gd name="connsiteY17" fmla="*/ 243130 h 749617"/>
                <a:gd name="connsiteX18" fmla="*/ 27247 w 689710"/>
                <a:gd name="connsiteY18" fmla="*/ 137021 h 749617"/>
                <a:gd name="connsiteX19" fmla="*/ 252894 w 689710"/>
                <a:gd name="connsiteY19" fmla="*/ 442583 h 749617"/>
                <a:gd name="connsiteX20" fmla="*/ 260038 w 689710"/>
                <a:gd name="connsiteY20" fmla="*/ 604508 h 749617"/>
                <a:gd name="connsiteX21" fmla="*/ 401579 w 689710"/>
                <a:gd name="connsiteY21" fmla="*/ 571552 h 749617"/>
                <a:gd name="connsiteX22" fmla="*/ 420534 w 689710"/>
                <a:gd name="connsiteY22" fmla="*/ 431725 h 749617"/>
                <a:gd name="connsiteX23" fmla="*/ 252894 w 689710"/>
                <a:gd name="connsiteY23" fmla="*/ 442583 h 74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9710" h="749617">
                  <a:moveTo>
                    <a:pt x="27247" y="137021"/>
                  </a:moveTo>
                  <a:cubicBezTo>
                    <a:pt x="73634" y="63583"/>
                    <a:pt x="153834" y="15387"/>
                    <a:pt x="239750" y="5290"/>
                  </a:cubicBezTo>
                  <a:cubicBezTo>
                    <a:pt x="334618" y="-6044"/>
                    <a:pt x="438632" y="-2520"/>
                    <a:pt x="522070" y="49582"/>
                  </a:cubicBezTo>
                  <a:cubicBezTo>
                    <a:pt x="588936" y="91015"/>
                    <a:pt x="621988" y="171025"/>
                    <a:pt x="622654" y="247606"/>
                  </a:cubicBezTo>
                  <a:cubicBezTo>
                    <a:pt x="623512" y="357049"/>
                    <a:pt x="622654" y="466396"/>
                    <a:pt x="623036" y="575838"/>
                  </a:cubicBezTo>
                  <a:cubicBezTo>
                    <a:pt x="645134" y="575838"/>
                    <a:pt x="667422" y="575838"/>
                    <a:pt x="689711" y="575933"/>
                  </a:cubicBezTo>
                  <a:cubicBezTo>
                    <a:pt x="689615" y="628225"/>
                    <a:pt x="689615" y="680613"/>
                    <a:pt x="689711" y="733000"/>
                  </a:cubicBezTo>
                  <a:cubicBezTo>
                    <a:pt x="628750" y="728238"/>
                    <a:pt x="561790" y="746621"/>
                    <a:pt x="506259" y="713950"/>
                  </a:cubicBezTo>
                  <a:cubicBezTo>
                    <a:pt x="466540" y="690614"/>
                    <a:pt x="448442" y="646037"/>
                    <a:pt x="438441" y="603270"/>
                  </a:cubicBezTo>
                  <a:cubicBezTo>
                    <a:pt x="423963" y="633559"/>
                    <a:pt x="413866" y="667278"/>
                    <a:pt x="388625" y="690805"/>
                  </a:cubicBezTo>
                  <a:cubicBezTo>
                    <a:pt x="331952" y="747193"/>
                    <a:pt x="244702" y="756908"/>
                    <a:pt x="169074" y="745288"/>
                  </a:cubicBezTo>
                  <a:cubicBezTo>
                    <a:pt x="102113" y="735477"/>
                    <a:pt x="38676" y="691948"/>
                    <a:pt x="15341" y="626892"/>
                  </a:cubicBezTo>
                  <a:cubicBezTo>
                    <a:pt x="-9234" y="558693"/>
                    <a:pt x="-5900" y="476302"/>
                    <a:pt x="37153" y="416008"/>
                  </a:cubicBezTo>
                  <a:cubicBezTo>
                    <a:pt x="73062" y="366097"/>
                    <a:pt x="132498" y="339808"/>
                    <a:pt x="191076" y="327521"/>
                  </a:cubicBezTo>
                  <a:cubicBezTo>
                    <a:pt x="266515" y="311424"/>
                    <a:pt x="344048" y="317996"/>
                    <a:pt x="420629" y="316663"/>
                  </a:cubicBezTo>
                  <a:cubicBezTo>
                    <a:pt x="420439" y="273419"/>
                    <a:pt x="425963" y="222746"/>
                    <a:pt x="392911" y="189028"/>
                  </a:cubicBezTo>
                  <a:cubicBezTo>
                    <a:pt x="357764" y="155119"/>
                    <a:pt x="303377" y="154547"/>
                    <a:pt x="258323" y="163310"/>
                  </a:cubicBezTo>
                  <a:cubicBezTo>
                    <a:pt x="211460" y="172359"/>
                    <a:pt x="174884" y="205982"/>
                    <a:pt x="147452" y="243130"/>
                  </a:cubicBezTo>
                  <a:cubicBezTo>
                    <a:pt x="107447" y="207697"/>
                    <a:pt x="67728" y="171883"/>
                    <a:pt x="27247" y="137021"/>
                  </a:cubicBezTo>
                  <a:moveTo>
                    <a:pt x="252894" y="442583"/>
                  </a:moveTo>
                  <a:cubicBezTo>
                    <a:pt x="182600" y="464872"/>
                    <a:pt x="184981" y="591078"/>
                    <a:pt x="260038" y="604508"/>
                  </a:cubicBezTo>
                  <a:cubicBezTo>
                    <a:pt x="308044" y="613557"/>
                    <a:pt x="366337" y="609461"/>
                    <a:pt x="401579" y="571552"/>
                  </a:cubicBezTo>
                  <a:cubicBezTo>
                    <a:pt x="433298" y="532213"/>
                    <a:pt x="416438" y="477921"/>
                    <a:pt x="420534" y="431725"/>
                  </a:cubicBezTo>
                  <a:cubicBezTo>
                    <a:pt x="364813" y="434677"/>
                    <a:pt x="306615" y="423724"/>
                    <a:pt x="252894" y="4425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8DAAAF-22D3-8686-027F-301825BDAA00}"/>
                </a:ext>
              </a:extLst>
            </p:cNvPr>
            <p:cNvSpPr/>
            <p:nvPr/>
          </p:nvSpPr>
          <p:spPr>
            <a:xfrm>
              <a:off x="15602775" y="8849035"/>
              <a:ext cx="633507" cy="733518"/>
            </a:xfrm>
            <a:custGeom>
              <a:avLst/>
              <a:gdLst>
                <a:gd name="connsiteX0" fmla="*/ 311944 w 633507"/>
                <a:gd name="connsiteY0" fmla="*/ 20073 h 733518"/>
                <a:gd name="connsiteX1" fmla="*/ 569214 w 633507"/>
                <a:gd name="connsiteY1" fmla="*/ 66078 h 733518"/>
                <a:gd name="connsiteX2" fmla="*/ 633413 w 633507"/>
                <a:gd name="connsiteY2" fmla="*/ 276295 h 733518"/>
                <a:gd name="connsiteX3" fmla="*/ 633508 w 633507"/>
                <a:gd name="connsiteY3" fmla="*/ 733495 h 733518"/>
                <a:gd name="connsiteX4" fmla="*/ 431006 w 633507"/>
                <a:gd name="connsiteY4" fmla="*/ 733495 h 733518"/>
                <a:gd name="connsiteX5" fmla="*/ 430435 w 633507"/>
                <a:gd name="connsiteY5" fmla="*/ 276676 h 733518"/>
                <a:gd name="connsiteX6" fmla="*/ 369951 w 633507"/>
                <a:gd name="connsiteY6" fmla="*/ 169901 h 733518"/>
                <a:gd name="connsiteX7" fmla="*/ 203264 w 633507"/>
                <a:gd name="connsiteY7" fmla="*/ 257245 h 733518"/>
                <a:gd name="connsiteX8" fmla="*/ 202502 w 633507"/>
                <a:gd name="connsiteY8" fmla="*/ 733495 h 733518"/>
                <a:gd name="connsiteX9" fmla="*/ 0 w 633507"/>
                <a:gd name="connsiteY9" fmla="*/ 733400 h 733518"/>
                <a:gd name="connsiteX10" fmla="*/ 95 w 633507"/>
                <a:gd name="connsiteY10" fmla="*/ 16739 h 733518"/>
                <a:gd name="connsiteX11" fmla="*/ 202406 w 633507"/>
                <a:gd name="connsiteY11" fmla="*/ 16739 h 733518"/>
                <a:gd name="connsiteX12" fmla="*/ 204883 w 633507"/>
                <a:gd name="connsiteY12" fmla="*/ 144564 h 733518"/>
                <a:gd name="connsiteX13" fmla="*/ 311944 w 633507"/>
                <a:gd name="connsiteY13" fmla="*/ 20073 h 7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507" h="733518">
                  <a:moveTo>
                    <a:pt x="311944" y="20073"/>
                  </a:moveTo>
                  <a:cubicBezTo>
                    <a:pt x="395669" y="-15837"/>
                    <a:pt x="506825" y="-5359"/>
                    <a:pt x="569214" y="66078"/>
                  </a:cubicBezTo>
                  <a:cubicBezTo>
                    <a:pt x="618649" y="123609"/>
                    <a:pt x="632365" y="202572"/>
                    <a:pt x="633413" y="276295"/>
                  </a:cubicBezTo>
                  <a:cubicBezTo>
                    <a:pt x="633603" y="428695"/>
                    <a:pt x="633317" y="581095"/>
                    <a:pt x="633508" y="733495"/>
                  </a:cubicBezTo>
                  <a:lnTo>
                    <a:pt x="431006" y="733495"/>
                  </a:lnTo>
                  <a:cubicBezTo>
                    <a:pt x="430625" y="581190"/>
                    <a:pt x="431864" y="428981"/>
                    <a:pt x="430435" y="276676"/>
                  </a:cubicBezTo>
                  <a:cubicBezTo>
                    <a:pt x="429101" y="234861"/>
                    <a:pt x="415290" y="183045"/>
                    <a:pt x="369951" y="169901"/>
                  </a:cubicBezTo>
                  <a:cubicBezTo>
                    <a:pt x="305086" y="150946"/>
                    <a:pt x="210884" y="180759"/>
                    <a:pt x="203264" y="257245"/>
                  </a:cubicBezTo>
                  <a:cubicBezTo>
                    <a:pt x="201263" y="415931"/>
                    <a:pt x="202978" y="574713"/>
                    <a:pt x="202502" y="733495"/>
                  </a:cubicBezTo>
                  <a:cubicBezTo>
                    <a:pt x="134970" y="733495"/>
                    <a:pt x="67437" y="733590"/>
                    <a:pt x="0" y="733400"/>
                  </a:cubicBezTo>
                  <a:cubicBezTo>
                    <a:pt x="191" y="494513"/>
                    <a:pt x="-95" y="255626"/>
                    <a:pt x="95" y="16739"/>
                  </a:cubicBezTo>
                  <a:lnTo>
                    <a:pt x="202406" y="16739"/>
                  </a:lnTo>
                  <a:cubicBezTo>
                    <a:pt x="203264" y="59315"/>
                    <a:pt x="200025" y="102083"/>
                    <a:pt x="204883" y="144564"/>
                  </a:cubicBezTo>
                  <a:cubicBezTo>
                    <a:pt x="226790" y="93606"/>
                    <a:pt x="258604" y="42456"/>
                    <a:pt x="311944" y="2007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BF8AFFD-1B6C-839E-B09F-AF5203BE810E}"/>
                </a:ext>
              </a:extLst>
            </p:cNvPr>
            <p:cNvSpPr/>
            <p:nvPr/>
          </p:nvSpPr>
          <p:spPr>
            <a:xfrm>
              <a:off x="17116014" y="8849344"/>
              <a:ext cx="669651" cy="749917"/>
            </a:xfrm>
            <a:custGeom>
              <a:avLst/>
              <a:gdLst>
                <a:gd name="connsiteX0" fmla="*/ 174305 w 669651"/>
                <a:gd name="connsiteY0" fmla="*/ 34909 h 749917"/>
                <a:gd name="connsiteX1" fmla="*/ 433670 w 669651"/>
                <a:gd name="connsiteY1" fmla="*/ 11287 h 749917"/>
                <a:gd name="connsiteX2" fmla="*/ 624838 w 669651"/>
                <a:gd name="connsiteY2" fmla="*/ 161973 h 749917"/>
                <a:gd name="connsiteX3" fmla="*/ 669129 w 669651"/>
                <a:gd name="connsiteY3" fmla="*/ 426482 h 749917"/>
                <a:gd name="connsiteX4" fmla="*/ 208500 w 669651"/>
                <a:gd name="connsiteY4" fmla="*/ 426482 h 749917"/>
                <a:gd name="connsiteX5" fmla="*/ 248028 w 669651"/>
                <a:gd name="connsiteY5" fmla="*/ 549450 h 749917"/>
                <a:gd name="connsiteX6" fmla="*/ 408049 w 669651"/>
                <a:gd name="connsiteY6" fmla="*/ 587645 h 749917"/>
                <a:gd name="connsiteX7" fmla="*/ 543589 w 669651"/>
                <a:gd name="connsiteY7" fmla="*/ 505063 h 749917"/>
                <a:gd name="connsiteX8" fmla="*/ 645031 w 669651"/>
                <a:gd name="connsiteY8" fmla="*/ 631269 h 749917"/>
                <a:gd name="connsiteX9" fmla="*/ 388617 w 669651"/>
                <a:gd name="connsiteY9" fmla="*/ 747951 h 749917"/>
                <a:gd name="connsiteX10" fmla="*/ 125441 w 669651"/>
                <a:gd name="connsiteY10" fmla="*/ 681752 h 749917"/>
                <a:gd name="connsiteX11" fmla="*/ 5045 w 669651"/>
                <a:gd name="connsiteY11" fmla="*/ 451342 h 749917"/>
                <a:gd name="connsiteX12" fmla="*/ 33526 w 669651"/>
                <a:gd name="connsiteY12" fmla="*/ 189214 h 749917"/>
                <a:gd name="connsiteX13" fmla="*/ 174305 w 669651"/>
                <a:gd name="connsiteY13" fmla="*/ 34909 h 749917"/>
                <a:gd name="connsiteX14" fmla="*/ 232502 w 669651"/>
                <a:gd name="connsiteY14" fmla="*/ 205788 h 749917"/>
                <a:gd name="connsiteX15" fmla="*/ 208500 w 669651"/>
                <a:gd name="connsiteY15" fmla="*/ 307324 h 749917"/>
                <a:gd name="connsiteX16" fmla="*/ 460722 w 669651"/>
                <a:gd name="connsiteY16" fmla="*/ 307324 h 749917"/>
                <a:gd name="connsiteX17" fmla="*/ 423956 w 669651"/>
                <a:gd name="connsiteY17" fmla="*/ 182547 h 749917"/>
                <a:gd name="connsiteX18" fmla="*/ 232502 w 669651"/>
                <a:gd name="connsiteY18" fmla="*/ 205883 h 74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651" h="749917">
                  <a:moveTo>
                    <a:pt x="174305" y="34909"/>
                  </a:moveTo>
                  <a:cubicBezTo>
                    <a:pt x="254220" y="-3858"/>
                    <a:pt x="347945" y="-8144"/>
                    <a:pt x="433670" y="11287"/>
                  </a:cubicBezTo>
                  <a:cubicBezTo>
                    <a:pt x="515681" y="29956"/>
                    <a:pt x="587690" y="86439"/>
                    <a:pt x="624838" y="161973"/>
                  </a:cubicBezTo>
                  <a:cubicBezTo>
                    <a:pt x="667223" y="243126"/>
                    <a:pt x="671510" y="336852"/>
                    <a:pt x="669129" y="426482"/>
                  </a:cubicBezTo>
                  <a:cubicBezTo>
                    <a:pt x="515586" y="426482"/>
                    <a:pt x="362043" y="426482"/>
                    <a:pt x="208500" y="426482"/>
                  </a:cubicBezTo>
                  <a:cubicBezTo>
                    <a:pt x="208690" y="469916"/>
                    <a:pt x="215834" y="517350"/>
                    <a:pt x="248028" y="549450"/>
                  </a:cubicBezTo>
                  <a:cubicBezTo>
                    <a:pt x="289272" y="590693"/>
                    <a:pt x="353089" y="596217"/>
                    <a:pt x="408049" y="587645"/>
                  </a:cubicBezTo>
                  <a:cubicBezTo>
                    <a:pt x="462341" y="579453"/>
                    <a:pt x="506537" y="543449"/>
                    <a:pt x="543589" y="505063"/>
                  </a:cubicBezTo>
                  <a:cubicBezTo>
                    <a:pt x="577308" y="547259"/>
                    <a:pt x="611216" y="589169"/>
                    <a:pt x="645031" y="631269"/>
                  </a:cubicBezTo>
                  <a:cubicBezTo>
                    <a:pt x="580260" y="703755"/>
                    <a:pt x="484153" y="740997"/>
                    <a:pt x="388617" y="747951"/>
                  </a:cubicBezTo>
                  <a:cubicBezTo>
                    <a:pt x="297273" y="756047"/>
                    <a:pt x="198880" y="740140"/>
                    <a:pt x="125441" y="681752"/>
                  </a:cubicBezTo>
                  <a:cubicBezTo>
                    <a:pt x="54481" y="626602"/>
                    <a:pt x="16381" y="538782"/>
                    <a:pt x="5045" y="451342"/>
                  </a:cubicBezTo>
                  <a:cubicBezTo>
                    <a:pt x="-5812" y="363522"/>
                    <a:pt x="-384" y="271701"/>
                    <a:pt x="33526" y="189214"/>
                  </a:cubicBezTo>
                  <a:cubicBezTo>
                    <a:pt x="60291" y="123301"/>
                    <a:pt x="110011" y="66246"/>
                    <a:pt x="174305" y="34909"/>
                  </a:cubicBezTo>
                  <a:moveTo>
                    <a:pt x="232502" y="205788"/>
                  </a:moveTo>
                  <a:cubicBezTo>
                    <a:pt x="213072" y="235887"/>
                    <a:pt x="209262" y="272367"/>
                    <a:pt x="208500" y="307324"/>
                  </a:cubicBezTo>
                  <a:cubicBezTo>
                    <a:pt x="292510" y="307324"/>
                    <a:pt x="376616" y="307324"/>
                    <a:pt x="460722" y="307324"/>
                  </a:cubicBezTo>
                  <a:cubicBezTo>
                    <a:pt x="459770" y="263890"/>
                    <a:pt x="455292" y="215884"/>
                    <a:pt x="423956" y="182547"/>
                  </a:cubicBezTo>
                  <a:cubicBezTo>
                    <a:pt x="372234" y="128730"/>
                    <a:pt x="270317" y="141780"/>
                    <a:pt x="232502" y="2058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1A3A660-2669-7441-98EB-FAD490EB52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F499E7-AF36-EB29-41AC-05CB387D91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6BDFC3-C8D8-6AF1-3ADA-2CB71F0FE5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74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grey, custom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24387175" cy="12001500"/>
          </a:xfrm>
          <a:prstGeom prst="rect">
            <a:avLst/>
          </a:prstGeom>
          <a:solidFill>
            <a:srgbClr val="E0E0E0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777CB7A-A231-1534-5954-080B621EA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2186064"/>
            <a:ext cx="4998532" cy="6386436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aphic 5">
            <a:extLst>
              <a:ext uri="{FF2B5EF4-FFF2-40B4-BE49-F238E27FC236}">
                <a16:creationId xmlns:a16="http://schemas.microsoft.com/office/drawing/2014/main" id="{E6726568-1AAC-4883-1825-DDEDA18BDBEA}"/>
              </a:ext>
            </a:extLst>
          </p:cNvPr>
          <p:cNvGrpSpPr/>
          <p:nvPr userDrawn="1"/>
        </p:nvGrpSpPr>
        <p:grpSpPr>
          <a:xfrm>
            <a:off x="598346" y="576072"/>
            <a:ext cx="3758389" cy="436594"/>
            <a:chOff x="6597650" y="8572457"/>
            <a:chExt cx="11188016" cy="1299659"/>
          </a:xfrm>
          <a:solidFill>
            <a:srgbClr val="000000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7A01B9C-EA60-8D4D-AB93-C092DBE754AD}"/>
                </a:ext>
              </a:extLst>
            </p:cNvPr>
            <p:cNvSpPr/>
            <p:nvPr/>
          </p:nvSpPr>
          <p:spPr>
            <a:xfrm>
              <a:off x="11603037" y="8572457"/>
              <a:ext cx="633888" cy="1010097"/>
            </a:xfrm>
            <a:custGeom>
              <a:avLst/>
              <a:gdLst>
                <a:gd name="connsiteX0" fmla="*/ 95 w 633888"/>
                <a:gd name="connsiteY0" fmla="*/ 42 h 1010097"/>
                <a:gd name="connsiteX1" fmla="*/ 202502 w 633888"/>
                <a:gd name="connsiteY1" fmla="*/ 42 h 1010097"/>
                <a:gd name="connsiteX2" fmla="*/ 204216 w 633888"/>
                <a:gd name="connsiteY2" fmla="*/ 419904 h 1010097"/>
                <a:gd name="connsiteX3" fmla="*/ 276320 w 633888"/>
                <a:gd name="connsiteY3" fmla="*/ 318463 h 1010097"/>
                <a:gd name="connsiteX4" fmla="*/ 591884 w 633888"/>
                <a:gd name="connsiteY4" fmla="*/ 373899 h 1010097"/>
                <a:gd name="connsiteX5" fmla="*/ 633793 w 633888"/>
                <a:gd name="connsiteY5" fmla="*/ 562303 h 1010097"/>
                <a:gd name="connsiteX6" fmla="*/ 633889 w 633888"/>
                <a:gd name="connsiteY6" fmla="*/ 1010073 h 1010097"/>
                <a:gd name="connsiteX7" fmla="*/ 431482 w 633888"/>
                <a:gd name="connsiteY7" fmla="*/ 1010073 h 1010097"/>
                <a:gd name="connsiteX8" fmla="*/ 431102 w 633888"/>
                <a:gd name="connsiteY8" fmla="*/ 561827 h 1010097"/>
                <a:gd name="connsiteX9" fmla="*/ 376333 w 633888"/>
                <a:gd name="connsiteY9" fmla="*/ 448765 h 1010097"/>
                <a:gd name="connsiteX10" fmla="*/ 203454 w 633888"/>
                <a:gd name="connsiteY10" fmla="*/ 533538 h 1010097"/>
                <a:gd name="connsiteX11" fmla="*/ 202502 w 633888"/>
                <a:gd name="connsiteY11" fmla="*/ 1010073 h 1010097"/>
                <a:gd name="connsiteX12" fmla="*/ 0 w 633888"/>
                <a:gd name="connsiteY12" fmla="*/ 1009978 h 1010097"/>
                <a:gd name="connsiteX13" fmla="*/ 95 w 633888"/>
                <a:gd name="connsiteY13" fmla="*/ 42 h 1010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888" h="1010097">
                  <a:moveTo>
                    <a:pt x="95" y="42"/>
                  </a:moveTo>
                  <a:cubicBezTo>
                    <a:pt x="67533" y="-53"/>
                    <a:pt x="134969" y="42"/>
                    <a:pt x="202502" y="42"/>
                  </a:cubicBezTo>
                  <a:cubicBezTo>
                    <a:pt x="203549" y="139965"/>
                    <a:pt x="200311" y="280077"/>
                    <a:pt x="204216" y="419904"/>
                  </a:cubicBezTo>
                  <a:cubicBezTo>
                    <a:pt x="224504" y="383709"/>
                    <a:pt x="241364" y="343419"/>
                    <a:pt x="276320" y="318463"/>
                  </a:cubicBezTo>
                  <a:cubicBezTo>
                    <a:pt x="371284" y="247692"/>
                    <a:pt x="531781" y="265695"/>
                    <a:pt x="591884" y="373899"/>
                  </a:cubicBezTo>
                  <a:cubicBezTo>
                    <a:pt x="624840" y="430668"/>
                    <a:pt x="633413" y="497724"/>
                    <a:pt x="633793" y="562303"/>
                  </a:cubicBezTo>
                  <a:cubicBezTo>
                    <a:pt x="633984" y="711560"/>
                    <a:pt x="633793" y="860817"/>
                    <a:pt x="633889" y="1010073"/>
                  </a:cubicBezTo>
                  <a:lnTo>
                    <a:pt x="431482" y="1010073"/>
                  </a:lnTo>
                  <a:cubicBezTo>
                    <a:pt x="431197" y="860626"/>
                    <a:pt x="432054" y="711179"/>
                    <a:pt x="431102" y="561827"/>
                  </a:cubicBezTo>
                  <a:cubicBezTo>
                    <a:pt x="429959" y="519441"/>
                    <a:pt x="420624" y="466386"/>
                    <a:pt x="376333" y="448765"/>
                  </a:cubicBezTo>
                  <a:cubicBezTo>
                    <a:pt x="310801" y="425334"/>
                    <a:pt x="211836" y="455052"/>
                    <a:pt x="203454" y="533538"/>
                  </a:cubicBezTo>
                  <a:cubicBezTo>
                    <a:pt x="201168" y="692319"/>
                    <a:pt x="203168" y="851196"/>
                    <a:pt x="202502" y="1010073"/>
                  </a:cubicBezTo>
                  <a:cubicBezTo>
                    <a:pt x="134969" y="1010073"/>
                    <a:pt x="67533" y="1010169"/>
                    <a:pt x="0" y="1009978"/>
                  </a:cubicBezTo>
                  <a:cubicBezTo>
                    <a:pt x="191" y="673365"/>
                    <a:pt x="95" y="336656"/>
                    <a:pt x="95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06717C-6924-0C8A-21A0-C569E6AAC0DC}"/>
                </a:ext>
              </a:extLst>
            </p:cNvPr>
            <p:cNvSpPr/>
            <p:nvPr/>
          </p:nvSpPr>
          <p:spPr>
            <a:xfrm>
              <a:off x="14012576" y="8572457"/>
              <a:ext cx="634202" cy="1010164"/>
            </a:xfrm>
            <a:custGeom>
              <a:avLst/>
              <a:gdLst>
                <a:gd name="connsiteX0" fmla="*/ 381 w 634202"/>
                <a:gd name="connsiteY0" fmla="*/ 42 h 1010164"/>
                <a:gd name="connsiteX1" fmla="*/ 202788 w 634202"/>
                <a:gd name="connsiteY1" fmla="*/ 42 h 1010164"/>
                <a:gd name="connsiteX2" fmla="*/ 204502 w 634202"/>
                <a:gd name="connsiteY2" fmla="*/ 419904 h 1010164"/>
                <a:gd name="connsiteX3" fmla="*/ 271558 w 634202"/>
                <a:gd name="connsiteY3" fmla="*/ 322559 h 1010164"/>
                <a:gd name="connsiteX4" fmla="*/ 596265 w 634202"/>
                <a:gd name="connsiteY4" fmla="*/ 381233 h 1010164"/>
                <a:gd name="connsiteX5" fmla="*/ 634175 w 634202"/>
                <a:gd name="connsiteY5" fmla="*/ 562303 h 1010164"/>
                <a:gd name="connsiteX6" fmla="*/ 634175 w 634202"/>
                <a:gd name="connsiteY6" fmla="*/ 1010073 h 1010164"/>
                <a:gd name="connsiteX7" fmla="*/ 431768 w 634202"/>
                <a:gd name="connsiteY7" fmla="*/ 1010073 h 1010164"/>
                <a:gd name="connsiteX8" fmla="*/ 431388 w 634202"/>
                <a:gd name="connsiteY8" fmla="*/ 562303 h 1010164"/>
                <a:gd name="connsiteX9" fmla="*/ 376333 w 634202"/>
                <a:gd name="connsiteY9" fmla="*/ 448575 h 1010164"/>
                <a:gd name="connsiteX10" fmla="*/ 203835 w 634202"/>
                <a:gd name="connsiteY10" fmla="*/ 533347 h 1010164"/>
                <a:gd name="connsiteX11" fmla="*/ 202788 w 634202"/>
                <a:gd name="connsiteY11" fmla="*/ 1010073 h 1010164"/>
                <a:gd name="connsiteX12" fmla="*/ 0 w 634202"/>
                <a:gd name="connsiteY12" fmla="*/ 1009597 h 1010164"/>
                <a:gd name="connsiteX13" fmla="*/ 381 w 634202"/>
                <a:gd name="connsiteY13" fmla="*/ 42 h 1010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4202" h="1010164">
                  <a:moveTo>
                    <a:pt x="381" y="42"/>
                  </a:moveTo>
                  <a:cubicBezTo>
                    <a:pt x="67819" y="-53"/>
                    <a:pt x="135255" y="42"/>
                    <a:pt x="202788" y="42"/>
                  </a:cubicBezTo>
                  <a:cubicBezTo>
                    <a:pt x="203835" y="139965"/>
                    <a:pt x="200597" y="280077"/>
                    <a:pt x="204502" y="419904"/>
                  </a:cubicBezTo>
                  <a:cubicBezTo>
                    <a:pt x="223933" y="385710"/>
                    <a:pt x="239363" y="347419"/>
                    <a:pt x="271558" y="322559"/>
                  </a:cubicBezTo>
                  <a:cubicBezTo>
                    <a:pt x="367856" y="244644"/>
                    <a:pt x="538544" y="265314"/>
                    <a:pt x="596265" y="381233"/>
                  </a:cubicBezTo>
                  <a:cubicBezTo>
                    <a:pt x="625888" y="436573"/>
                    <a:pt x="633794" y="500391"/>
                    <a:pt x="634175" y="562303"/>
                  </a:cubicBezTo>
                  <a:cubicBezTo>
                    <a:pt x="634270" y="711560"/>
                    <a:pt x="634079" y="860817"/>
                    <a:pt x="634175" y="1010073"/>
                  </a:cubicBezTo>
                  <a:lnTo>
                    <a:pt x="431768" y="1010073"/>
                  </a:lnTo>
                  <a:cubicBezTo>
                    <a:pt x="431483" y="860817"/>
                    <a:pt x="432245" y="711560"/>
                    <a:pt x="431388" y="562303"/>
                  </a:cubicBezTo>
                  <a:cubicBezTo>
                    <a:pt x="430340" y="519822"/>
                    <a:pt x="421005" y="466101"/>
                    <a:pt x="376333" y="448575"/>
                  </a:cubicBezTo>
                  <a:cubicBezTo>
                    <a:pt x="310801" y="425524"/>
                    <a:pt x="212408" y="455147"/>
                    <a:pt x="203835" y="533347"/>
                  </a:cubicBezTo>
                  <a:cubicBezTo>
                    <a:pt x="201359" y="692129"/>
                    <a:pt x="203454" y="851101"/>
                    <a:pt x="202788" y="1010073"/>
                  </a:cubicBezTo>
                  <a:cubicBezTo>
                    <a:pt x="135160" y="1009883"/>
                    <a:pt x="67533" y="1010645"/>
                    <a:pt x="0" y="1009597"/>
                  </a:cubicBezTo>
                  <a:cubicBezTo>
                    <a:pt x="858" y="673079"/>
                    <a:pt x="95" y="336561"/>
                    <a:pt x="381" y="4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66FB8A-262C-8896-C2A0-05F728C44295}"/>
                </a:ext>
              </a:extLst>
            </p:cNvPr>
            <p:cNvSpPr/>
            <p:nvPr/>
          </p:nvSpPr>
          <p:spPr>
            <a:xfrm>
              <a:off x="6597650" y="8630030"/>
              <a:ext cx="382566" cy="952500"/>
            </a:xfrm>
            <a:custGeom>
              <a:avLst/>
              <a:gdLst>
                <a:gd name="connsiteX0" fmla="*/ 0 w 382566"/>
                <a:gd name="connsiteY0" fmla="*/ 0 h 952500"/>
                <a:gd name="connsiteX1" fmla="*/ 382524 w 382566"/>
                <a:gd name="connsiteY1" fmla="*/ 0 h 952500"/>
                <a:gd name="connsiteX2" fmla="*/ 382524 w 382566"/>
                <a:gd name="connsiteY2" fmla="*/ 95631 h 952500"/>
                <a:gd name="connsiteX3" fmla="*/ 248793 w 382566"/>
                <a:gd name="connsiteY3" fmla="*/ 95631 h 952500"/>
                <a:gd name="connsiteX4" fmla="*/ 248793 w 382566"/>
                <a:gd name="connsiteY4" fmla="*/ 856869 h 952500"/>
                <a:gd name="connsiteX5" fmla="*/ 382524 w 382566"/>
                <a:gd name="connsiteY5" fmla="*/ 856869 h 952500"/>
                <a:gd name="connsiteX6" fmla="*/ 382524 w 382566"/>
                <a:gd name="connsiteY6" fmla="*/ 952500 h 952500"/>
                <a:gd name="connsiteX7" fmla="*/ 0 w 382566"/>
                <a:gd name="connsiteY7" fmla="*/ 952500 h 952500"/>
                <a:gd name="connsiteX8" fmla="*/ 0 w 382566"/>
                <a:gd name="connsiteY8" fmla="*/ 856869 h 952500"/>
                <a:gd name="connsiteX9" fmla="*/ 133731 w 382566"/>
                <a:gd name="connsiteY9" fmla="*/ 856869 h 952500"/>
                <a:gd name="connsiteX10" fmla="*/ 133731 w 382566"/>
                <a:gd name="connsiteY10" fmla="*/ 95631 h 952500"/>
                <a:gd name="connsiteX11" fmla="*/ 0 w 382566"/>
                <a:gd name="connsiteY11" fmla="*/ 95631 h 952500"/>
                <a:gd name="connsiteX12" fmla="*/ 0 w 382566"/>
                <a:gd name="connsiteY12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2566" h="952500">
                  <a:moveTo>
                    <a:pt x="0" y="0"/>
                  </a:moveTo>
                  <a:lnTo>
                    <a:pt x="382524" y="0"/>
                  </a:lnTo>
                  <a:lnTo>
                    <a:pt x="382524" y="95631"/>
                  </a:lnTo>
                  <a:lnTo>
                    <a:pt x="248793" y="95631"/>
                  </a:lnTo>
                  <a:lnTo>
                    <a:pt x="248793" y="856869"/>
                  </a:lnTo>
                  <a:cubicBezTo>
                    <a:pt x="293370" y="856869"/>
                    <a:pt x="337947" y="856869"/>
                    <a:pt x="382524" y="856869"/>
                  </a:cubicBezTo>
                  <a:cubicBezTo>
                    <a:pt x="382524" y="888682"/>
                    <a:pt x="382619" y="920591"/>
                    <a:pt x="382524" y="952500"/>
                  </a:cubicBezTo>
                  <a:lnTo>
                    <a:pt x="0" y="952500"/>
                  </a:lnTo>
                  <a:cubicBezTo>
                    <a:pt x="0" y="920591"/>
                    <a:pt x="0" y="888682"/>
                    <a:pt x="0" y="856869"/>
                  </a:cubicBezTo>
                  <a:cubicBezTo>
                    <a:pt x="44577" y="856869"/>
                    <a:pt x="89154" y="856869"/>
                    <a:pt x="133731" y="856869"/>
                  </a:cubicBezTo>
                  <a:lnTo>
                    <a:pt x="133731" y="95631"/>
                  </a:lnTo>
                  <a:lnTo>
                    <a:pt x="0" y="95631"/>
                  </a:lnTo>
                  <a:cubicBezTo>
                    <a:pt x="0" y="63722"/>
                    <a:pt x="0" y="3190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01D8D11-039B-0465-8C3D-ACC20C043823}"/>
                </a:ext>
              </a:extLst>
            </p:cNvPr>
            <p:cNvSpPr/>
            <p:nvPr/>
          </p:nvSpPr>
          <p:spPr>
            <a:xfrm>
              <a:off x="7188676" y="8629948"/>
              <a:ext cx="678881" cy="952722"/>
            </a:xfrm>
            <a:custGeom>
              <a:avLst/>
              <a:gdLst>
                <a:gd name="connsiteX0" fmla="*/ 0 w 678881"/>
                <a:gd name="connsiteY0" fmla="*/ 83 h 952722"/>
                <a:gd name="connsiteX1" fmla="*/ 409956 w 678881"/>
                <a:gd name="connsiteY1" fmla="*/ 464 h 952722"/>
                <a:gd name="connsiteX2" fmla="*/ 622554 w 678881"/>
                <a:gd name="connsiteY2" fmla="*/ 130575 h 952722"/>
                <a:gd name="connsiteX3" fmla="*/ 607886 w 678881"/>
                <a:gd name="connsiteY3" fmla="*/ 378130 h 952722"/>
                <a:gd name="connsiteX4" fmla="*/ 486347 w 678881"/>
                <a:gd name="connsiteY4" fmla="*/ 452711 h 952722"/>
                <a:gd name="connsiteX5" fmla="*/ 662940 w 678881"/>
                <a:gd name="connsiteY5" fmla="*/ 585394 h 952722"/>
                <a:gd name="connsiteX6" fmla="*/ 543878 w 678881"/>
                <a:gd name="connsiteY6" fmla="*/ 925246 h 952722"/>
                <a:gd name="connsiteX7" fmla="*/ 428530 w 678881"/>
                <a:gd name="connsiteY7" fmla="*/ 952678 h 952722"/>
                <a:gd name="connsiteX8" fmla="*/ 0 w 678881"/>
                <a:gd name="connsiteY8" fmla="*/ 952583 h 952722"/>
                <a:gd name="connsiteX9" fmla="*/ 0 w 678881"/>
                <a:gd name="connsiteY9" fmla="*/ 83 h 952722"/>
                <a:gd name="connsiteX10" fmla="*/ 115062 w 678881"/>
                <a:gd name="connsiteY10" fmla="*/ 101238 h 952722"/>
                <a:gd name="connsiteX11" fmla="*/ 115062 w 678881"/>
                <a:gd name="connsiteY11" fmla="*/ 412039 h 952722"/>
                <a:gd name="connsiteX12" fmla="*/ 400050 w 678881"/>
                <a:gd name="connsiteY12" fmla="*/ 410896 h 952722"/>
                <a:gd name="connsiteX13" fmla="*/ 519398 w 678881"/>
                <a:gd name="connsiteY13" fmla="*/ 313646 h 952722"/>
                <a:gd name="connsiteX14" fmla="*/ 513969 w 678881"/>
                <a:gd name="connsiteY14" fmla="*/ 180391 h 952722"/>
                <a:gd name="connsiteX15" fmla="*/ 389858 w 678881"/>
                <a:gd name="connsiteY15" fmla="*/ 101715 h 952722"/>
                <a:gd name="connsiteX16" fmla="*/ 115062 w 678881"/>
                <a:gd name="connsiteY16" fmla="*/ 101238 h 952722"/>
                <a:gd name="connsiteX17" fmla="*/ 115062 w 678881"/>
                <a:gd name="connsiteY17" fmla="*/ 510432 h 952722"/>
                <a:gd name="connsiteX18" fmla="*/ 115062 w 678881"/>
                <a:gd name="connsiteY18" fmla="*/ 851427 h 952722"/>
                <a:gd name="connsiteX19" fmla="*/ 400526 w 678881"/>
                <a:gd name="connsiteY19" fmla="*/ 851332 h 952722"/>
                <a:gd name="connsiteX20" fmla="*/ 520637 w 678881"/>
                <a:gd name="connsiteY20" fmla="*/ 805993 h 952722"/>
                <a:gd name="connsiteX21" fmla="*/ 555498 w 678881"/>
                <a:gd name="connsiteY21" fmla="*/ 705314 h 952722"/>
                <a:gd name="connsiteX22" fmla="*/ 529304 w 678881"/>
                <a:gd name="connsiteY22" fmla="*/ 566535 h 952722"/>
                <a:gd name="connsiteX23" fmla="*/ 400241 w 678881"/>
                <a:gd name="connsiteY23" fmla="*/ 510623 h 952722"/>
                <a:gd name="connsiteX24" fmla="*/ 115062 w 678881"/>
                <a:gd name="connsiteY24" fmla="*/ 510432 h 95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8881" h="952722">
                  <a:moveTo>
                    <a:pt x="0" y="83"/>
                  </a:moveTo>
                  <a:cubicBezTo>
                    <a:pt x="136684" y="369"/>
                    <a:pt x="273272" y="-489"/>
                    <a:pt x="409956" y="464"/>
                  </a:cubicBezTo>
                  <a:cubicBezTo>
                    <a:pt x="497015" y="1893"/>
                    <a:pt x="586931" y="48279"/>
                    <a:pt x="622554" y="130575"/>
                  </a:cubicBezTo>
                  <a:cubicBezTo>
                    <a:pt x="655701" y="208490"/>
                    <a:pt x="657416" y="306693"/>
                    <a:pt x="607886" y="378130"/>
                  </a:cubicBezTo>
                  <a:cubicBezTo>
                    <a:pt x="580073" y="419850"/>
                    <a:pt x="532067" y="438328"/>
                    <a:pt x="486347" y="452711"/>
                  </a:cubicBezTo>
                  <a:cubicBezTo>
                    <a:pt x="563213" y="461950"/>
                    <a:pt x="636365" y="510909"/>
                    <a:pt x="662940" y="585394"/>
                  </a:cubicBezTo>
                  <a:cubicBezTo>
                    <a:pt x="705898" y="706743"/>
                    <a:pt x="660654" y="862191"/>
                    <a:pt x="543878" y="925246"/>
                  </a:cubicBezTo>
                  <a:cubicBezTo>
                    <a:pt x="508730" y="944391"/>
                    <a:pt x="468440" y="953440"/>
                    <a:pt x="428530" y="952678"/>
                  </a:cubicBezTo>
                  <a:cubicBezTo>
                    <a:pt x="285655" y="952488"/>
                    <a:pt x="142875" y="952583"/>
                    <a:pt x="0" y="952583"/>
                  </a:cubicBezTo>
                  <a:lnTo>
                    <a:pt x="0" y="83"/>
                  </a:lnTo>
                  <a:moveTo>
                    <a:pt x="115062" y="101238"/>
                  </a:moveTo>
                  <a:lnTo>
                    <a:pt x="115062" y="412039"/>
                  </a:lnTo>
                  <a:cubicBezTo>
                    <a:pt x="210026" y="411277"/>
                    <a:pt x="305086" y="413658"/>
                    <a:pt x="400050" y="410896"/>
                  </a:cubicBezTo>
                  <a:cubicBezTo>
                    <a:pt x="455486" y="408896"/>
                    <a:pt x="510540" y="370605"/>
                    <a:pt x="519398" y="313646"/>
                  </a:cubicBezTo>
                  <a:cubicBezTo>
                    <a:pt x="523875" y="269640"/>
                    <a:pt x="527495" y="223158"/>
                    <a:pt x="513969" y="180391"/>
                  </a:cubicBezTo>
                  <a:cubicBezTo>
                    <a:pt x="496919" y="128956"/>
                    <a:pt x="441293" y="102000"/>
                    <a:pt x="389858" y="101715"/>
                  </a:cubicBezTo>
                  <a:cubicBezTo>
                    <a:pt x="298228" y="100572"/>
                    <a:pt x="206693" y="101715"/>
                    <a:pt x="115062" y="101238"/>
                  </a:cubicBezTo>
                  <a:moveTo>
                    <a:pt x="115062" y="510432"/>
                  </a:moveTo>
                  <a:lnTo>
                    <a:pt x="115062" y="851427"/>
                  </a:lnTo>
                  <a:cubicBezTo>
                    <a:pt x="210217" y="851332"/>
                    <a:pt x="305372" y="851523"/>
                    <a:pt x="400526" y="851332"/>
                  </a:cubicBezTo>
                  <a:cubicBezTo>
                    <a:pt x="443960" y="851046"/>
                    <a:pt x="490538" y="839235"/>
                    <a:pt x="520637" y="805993"/>
                  </a:cubicBezTo>
                  <a:cubicBezTo>
                    <a:pt x="545878" y="779133"/>
                    <a:pt x="555212" y="741318"/>
                    <a:pt x="555498" y="705314"/>
                  </a:cubicBezTo>
                  <a:cubicBezTo>
                    <a:pt x="556355" y="658356"/>
                    <a:pt x="558832" y="606349"/>
                    <a:pt x="529304" y="566535"/>
                  </a:cubicBezTo>
                  <a:cubicBezTo>
                    <a:pt x="500348" y="525768"/>
                    <a:pt x="448056" y="510718"/>
                    <a:pt x="400241" y="510623"/>
                  </a:cubicBezTo>
                  <a:cubicBezTo>
                    <a:pt x="305181" y="510147"/>
                    <a:pt x="210122" y="510623"/>
                    <a:pt x="115062" y="510432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DD1D50-472C-4935-8B92-783AE9E5AC2F}"/>
                </a:ext>
              </a:extLst>
            </p:cNvPr>
            <p:cNvSpPr/>
            <p:nvPr/>
          </p:nvSpPr>
          <p:spPr>
            <a:xfrm>
              <a:off x="8079644" y="8629935"/>
              <a:ext cx="854868" cy="952499"/>
            </a:xfrm>
            <a:custGeom>
              <a:avLst/>
              <a:gdLst>
                <a:gd name="connsiteX0" fmla="*/ 0 w 854868"/>
                <a:gd name="connsiteY0" fmla="*/ 95 h 952499"/>
                <a:gd name="connsiteX1" fmla="*/ 153734 w 854868"/>
                <a:gd name="connsiteY1" fmla="*/ 95 h 952499"/>
                <a:gd name="connsiteX2" fmla="*/ 430530 w 854868"/>
                <a:gd name="connsiteY2" fmla="*/ 516827 h 952499"/>
                <a:gd name="connsiteX3" fmla="*/ 706946 w 854868"/>
                <a:gd name="connsiteY3" fmla="*/ 0 h 952499"/>
                <a:gd name="connsiteX4" fmla="*/ 854869 w 854868"/>
                <a:gd name="connsiteY4" fmla="*/ 0 h 952499"/>
                <a:gd name="connsiteX5" fmla="*/ 854869 w 854868"/>
                <a:gd name="connsiteY5" fmla="*/ 952500 h 952499"/>
                <a:gd name="connsiteX6" fmla="*/ 742569 w 854868"/>
                <a:gd name="connsiteY6" fmla="*/ 952500 h 952499"/>
                <a:gd name="connsiteX7" fmla="*/ 741521 w 854868"/>
                <a:gd name="connsiteY7" fmla="*/ 146780 h 952499"/>
                <a:gd name="connsiteX8" fmla="*/ 707422 w 854868"/>
                <a:gd name="connsiteY8" fmla="*/ 207074 h 952499"/>
                <a:gd name="connsiteX9" fmla="*/ 427577 w 854868"/>
                <a:gd name="connsiteY9" fmla="*/ 725138 h 952499"/>
                <a:gd name="connsiteX10" fmla="*/ 193262 w 854868"/>
                <a:gd name="connsiteY10" fmla="*/ 297752 h 952499"/>
                <a:gd name="connsiteX11" fmla="*/ 113348 w 854868"/>
                <a:gd name="connsiteY11" fmla="*/ 146209 h 952499"/>
                <a:gd name="connsiteX12" fmla="*/ 112300 w 854868"/>
                <a:gd name="connsiteY12" fmla="*/ 952500 h 952499"/>
                <a:gd name="connsiteX13" fmla="*/ 0 w 854868"/>
                <a:gd name="connsiteY13" fmla="*/ 952500 h 952499"/>
                <a:gd name="connsiteX14" fmla="*/ 0 w 854868"/>
                <a:gd name="connsiteY14" fmla="*/ 95 h 95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4868" h="952499">
                  <a:moveTo>
                    <a:pt x="0" y="95"/>
                  </a:moveTo>
                  <a:cubicBezTo>
                    <a:pt x="51245" y="95"/>
                    <a:pt x="102489" y="95"/>
                    <a:pt x="153734" y="95"/>
                  </a:cubicBezTo>
                  <a:cubicBezTo>
                    <a:pt x="246221" y="172212"/>
                    <a:pt x="335090" y="346424"/>
                    <a:pt x="430530" y="516827"/>
                  </a:cubicBezTo>
                  <a:cubicBezTo>
                    <a:pt x="522923" y="344615"/>
                    <a:pt x="614744" y="172212"/>
                    <a:pt x="706946" y="0"/>
                  </a:cubicBezTo>
                  <a:lnTo>
                    <a:pt x="854869" y="0"/>
                  </a:lnTo>
                  <a:lnTo>
                    <a:pt x="854869" y="952500"/>
                  </a:lnTo>
                  <a:lnTo>
                    <a:pt x="742569" y="952500"/>
                  </a:lnTo>
                  <a:cubicBezTo>
                    <a:pt x="741902" y="683895"/>
                    <a:pt x="743998" y="415290"/>
                    <a:pt x="741521" y="146780"/>
                  </a:cubicBezTo>
                  <a:cubicBezTo>
                    <a:pt x="726948" y="164973"/>
                    <a:pt x="717613" y="186404"/>
                    <a:pt x="707422" y="207074"/>
                  </a:cubicBezTo>
                  <a:cubicBezTo>
                    <a:pt x="619982" y="382810"/>
                    <a:pt x="520541" y="552260"/>
                    <a:pt x="427577" y="725138"/>
                  </a:cubicBezTo>
                  <a:cubicBezTo>
                    <a:pt x="349472" y="582644"/>
                    <a:pt x="270510" y="440722"/>
                    <a:pt x="193262" y="297752"/>
                  </a:cubicBezTo>
                  <a:cubicBezTo>
                    <a:pt x="165830" y="247650"/>
                    <a:pt x="145161" y="193739"/>
                    <a:pt x="113348" y="146209"/>
                  </a:cubicBezTo>
                  <a:cubicBezTo>
                    <a:pt x="110966" y="415004"/>
                    <a:pt x="112967" y="683705"/>
                    <a:pt x="112300" y="952500"/>
                  </a:cubicBezTo>
                  <a:lnTo>
                    <a:pt x="0" y="952500"/>
                  </a:lnTo>
                  <a:lnTo>
                    <a:pt x="0" y="9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903EEEF-CE48-C4E7-7217-1BE1A5AD6F1C}"/>
                </a:ext>
              </a:extLst>
            </p:cNvPr>
            <p:cNvSpPr/>
            <p:nvPr/>
          </p:nvSpPr>
          <p:spPr>
            <a:xfrm>
              <a:off x="9365138" y="8630030"/>
              <a:ext cx="723900" cy="952500"/>
            </a:xfrm>
            <a:custGeom>
              <a:avLst/>
              <a:gdLst>
                <a:gd name="connsiteX0" fmla="*/ 0 w 723900"/>
                <a:gd name="connsiteY0" fmla="*/ 0 h 952500"/>
                <a:gd name="connsiteX1" fmla="*/ 723900 w 723900"/>
                <a:gd name="connsiteY1" fmla="*/ 0 h 952500"/>
                <a:gd name="connsiteX2" fmla="*/ 723900 w 723900"/>
                <a:gd name="connsiteY2" fmla="*/ 184595 h 952500"/>
                <a:gd name="connsiteX3" fmla="*/ 465963 w 723900"/>
                <a:gd name="connsiteY3" fmla="*/ 184499 h 952500"/>
                <a:gd name="connsiteX4" fmla="*/ 465963 w 723900"/>
                <a:gd name="connsiteY4" fmla="*/ 952500 h 952500"/>
                <a:gd name="connsiteX5" fmla="*/ 257937 w 723900"/>
                <a:gd name="connsiteY5" fmla="*/ 952500 h 952500"/>
                <a:gd name="connsiteX6" fmla="*/ 257937 w 723900"/>
                <a:gd name="connsiteY6" fmla="*/ 184595 h 952500"/>
                <a:gd name="connsiteX7" fmla="*/ 0 w 723900"/>
                <a:gd name="connsiteY7" fmla="*/ 184595 h 952500"/>
                <a:gd name="connsiteX8" fmla="*/ 0 w 723900"/>
                <a:gd name="connsiteY8" fmla="*/ 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3900" h="952500">
                  <a:moveTo>
                    <a:pt x="0" y="0"/>
                  </a:moveTo>
                  <a:lnTo>
                    <a:pt x="723900" y="0"/>
                  </a:lnTo>
                  <a:lnTo>
                    <a:pt x="723900" y="184595"/>
                  </a:lnTo>
                  <a:cubicBezTo>
                    <a:pt x="637889" y="184595"/>
                    <a:pt x="551879" y="184595"/>
                    <a:pt x="465963" y="184499"/>
                  </a:cubicBezTo>
                  <a:cubicBezTo>
                    <a:pt x="465868" y="440531"/>
                    <a:pt x="465963" y="696468"/>
                    <a:pt x="465963" y="952500"/>
                  </a:cubicBezTo>
                  <a:lnTo>
                    <a:pt x="257937" y="952500"/>
                  </a:lnTo>
                  <a:lnTo>
                    <a:pt x="257937" y="184595"/>
                  </a:lnTo>
                  <a:cubicBezTo>
                    <a:pt x="172021" y="184499"/>
                    <a:pt x="86011" y="184595"/>
                    <a:pt x="0" y="18459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5B386C-E66C-B8E1-367D-F62E63A1E945}"/>
                </a:ext>
              </a:extLst>
            </p:cNvPr>
            <p:cNvSpPr/>
            <p:nvPr/>
          </p:nvSpPr>
          <p:spPr>
            <a:xfrm>
              <a:off x="12344082" y="8630030"/>
              <a:ext cx="875252" cy="952622"/>
            </a:xfrm>
            <a:custGeom>
              <a:avLst/>
              <a:gdLst>
                <a:gd name="connsiteX0" fmla="*/ 14954 w 875252"/>
                <a:gd name="connsiteY0" fmla="*/ 0 h 952622"/>
                <a:gd name="connsiteX1" fmla="*/ 257080 w 875252"/>
                <a:gd name="connsiteY1" fmla="*/ 0 h 952622"/>
                <a:gd name="connsiteX2" fmla="*/ 444627 w 875252"/>
                <a:gd name="connsiteY2" fmla="*/ 324612 h 952622"/>
                <a:gd name="connsiteX3" fmla="*/ 634555 w 875252"/>
                <a:gd name="connsiteY3" fmla="*/ 95 h 952622"/>
                <a:gd name="connsiteX4" fmla="*/ 858869 w 875252"/>
                <a:gd name="connsiteY4" fmla="*/ 95 h 952622"/>
                <a:gd name="connsiteX5" fmla="*/ 565499 w 875252"/>
                <a:gd name="connsiteY5" fmla="*/ 464058 h 952622"/>
                <a:gd name="connsiteX6" fmla="*/ 875252 w 875252"/>
                <a:gd name="connsiteY6" fmla="*/ 952595 h 952622"/>
                <a:gd name="connsiteX7" fmla="*/ 634555 w 875252"/>
                <a:gd name="connsiteY7" fmla="*/ 952595 h 952622"/>
                <a:gd name="connsiteX8" fmla="*/ 426625 w 875252"/>
                <a:gd name="connsiteY8" fmla="*/ 599504 h 952622"/>
                <a:gd name="connsiteX9" fmla="*/ 224314 w 875252"/>
                <a:gd name="connsiteY9" fmla="*/ 952595 h 952622"/>
                <a:gd name="connsiteX10" fmla="*/ 0 w 875252"/>
                <a:gd name="connsiteY10" fmla="*/ 952595 h 952622"/>
                <a:gd name="connsiteX11" fmla="*/ 305562 w 875252"/>
                <a:gd name="connsiteY11" fmla="*/ 459867 h 952622"/>
                <a:gd name="connsiteX12" fmla="*/ 14954 w 875252"/>
                <a:gd name="connsiteY12" fmla="*/ 95 h 952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5252" h="952622">
                  <a:moveTo>
                    <a:pt x="14954" y="0"/>
                  </a:moveTo>
                  <a:cubicBezTo>
                    <a:pt x="95631" y="0"/>
                    <a:pt x="176308" y="0"/>
                    <a:pt x="257080" y="0"/>
                  </a:cubicBezTo>
                  <a:cubicBezTo>
                    <a:pt x="319754" y="108109"/>
                    <a:pt x="381381" y="216789"/>
                    <a:pt x="444627" y="324612"/>
                  </a:cubicBezTo>
                  <a:cubicBezTo>
                    <a:pt x="508064" y="216503"/>
                    <a:pt x="571119" y="108204"/>
                    <a:pt x="634555" y="95"/>
                  </a:cubicBezTo>
                  <a:lnTo>
                    <a:pt x="858869" y="95"/>
                  </a:lnTo>
                  <a:cubicBezTo>
                    <a:pt x="761143" y="154781"/>
                    <a:pt x="663321" y="309372"/>
                    <a:pt x="565499" y="464058"/>
                  </a:cubicBezTo>
                  <a:cubicBezTo>
                    <a:pt x="668750" y="626840"/>
                    <a:pt x="772001" y="789718"/>
                    <a:pt x="875252" y="952595"/>
                  </a:cubicBezTo>
                  <a:cubicBezTo>
                    <a:pt x="795052" y="952691"/>
                    <a:pt x="714756" y="952500"/>
                    <a:pt x="634555" y="952595"/>
                  </a:cubicBezTo>
                  <a:cubicBezTo>
                    <a:pt x="565118" y="834962"/>
                    <a:pt x="496538" y="716852"/>
                    <a:pt x="426625" y="599504"/>
                  </a:cubicBezTo>
                  <a:cubicBezTo>
                    <a:pt x="358807" y="716947"/>
                    <a:pt x="291846" y="834962"/>
                    <a:pt x="224314" y="952595"/>
                  </a:cubicBezTo>
                  <a:lnTo>
                    <a:pt x="0" y="952595"/>
                  </a:lnTo>
                  <a:cubicBezTo>
                    <a:pt x="101822" y="788289"/>
                    <a:pt x="203740" y="624173"/>
                    <a:pt x="305562" y="459867"/>
                  </a:cubicBezTo>
                  <a:cubicBezTo>
                    <a:pt x="208693" y="306705"/>
                    <a:pt x="111823" y="153353"/>
                    <a:pt x="14954" y="95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970690-C730-5B65-76F4-F4E5E9AF8EA5}"/>
                </a:ext>
              </a:extLst>
            </p:cNvPr>
            <p:cNvSpPr/>
            <p:nvPr/>
          </p:nvSpPr>
          <p:spPr>
            <a:xfrm>
              <a:off x="16351421" y="8727139"/>
              <a:ext cx="728351" cy="1144977"/>
            </a:xfrm>
            <a:custGeom>
              <a:avLst/>
              <a:gdLst>
                <a:gd name="connsiteX0" fmla="*/ 509416 w 728351"/>
                <a:gd name="connsiteY0" fmla="*/ 14429 h 1144977"/>
                <a:gd name="connsiteX1" fmla="*/ 685629 w 728351"/>
                <a:gd name="connsiteY1" fmla="*/ 904 h 1144977"/>
                <a:gd name="connsiteX2" fmla="*/ 685724 w 728351"/>
                <a:gd name="connsiteY2" fmla="*/ 151304 h 1144977"/>
                <a:gd name="connsiteX3" fmla="*/ 522275 w 728351"/>
                <a:gd name="connsiteY3" fmla="*/ 152542 h 1144977"/>
                <a:gd name="connsiteX4" fmla="*/ 628097 w 728351"/>
                <a:gd name="connsiteY4" fmla="*/ 257031 h 1144977"/>
                <a:gd name="connsiteX5" fmla="*/ 595141 w 728351"/>
                <a:gd name="connsiteY5" fmla="*/ 517730 h 1144977"/>
                <a:gd name="connsiteX6" fmla="*/ 424834 w 728351"/>
                <a:gd name="connsiteY6" fmla="*/ 596312 h 1144977"/>
                <a:gd name="connsiteX7" fmla="*/ 215093 w 728351"/>
                <a:gd name="connsiteY7" fmla="*/ 586406 h 1144977"/>
                <a:gd name="connsiteX8" fmla="*/ 207664 w 728351"/>
                <a:gd name="connsiteY8" fmla="*/ 685561 h 1144977"/>
                <a:gd name="connsiteX9" fmla="*/ 352254 w 728351"/>
                <a:gd name="connsiteY9" fmla="*/ 698229 h 1144977"/>
                <a:gd name="connsiteX10" fmla="*/ 619430 w 728351"/>
                <a:gd name="connsiteY10" fmla="*/ 722327 h 1144977"/>
                <a:gd name="connsiteX11" fmla="*/ 722490 w 728351"/>
                <a:gd name="connsiteY11" fmla="*/ 848248 h 1144977"/>
                <a:gd name="connsiteX12" fmla="*/ 671818 w 728351"/>
                <a:gd name="connsiteY12" fmla="*/ 1060560 h 1144977"/>
                <a:gd name="connsiteX13" fmla="*/ 458933 w 728351"/>
                <a:gd name="connsiteY13" fmla="*/ 1139237 h 1144977"/>
                <a:gd name="connsiteX14" fmla="*/ 192615 w 728351"/>
                <a:gd name="connsiteY14" fmla="*/ 1135141 h 1144977"/>
                <a:gd name="connsiteX15" fmla="*/ 44406 w 728351"/>
                <a:gd name="connsiteY15" fmla="*/ 1078372 h 1144977"/>
                <a:gd name="connsiteX16" fmla="*/ 53168 w 728351"/>
                <a:gd name="connsiteY16" fmla="*/ 870060 h 1144977"/>
                <a:gd name="connsiteX17" fmla="*/ 132893 w 728351"/>
                <a:gd name="connsiteY17" fmla="*/ 840533 h 1144977"/>
                <a:gd name="connsiteX18" fmla="*/ 133845 w 728351"/>
                <a:gd name="connsiteY18" fmla="*/ 828817 h 1144977"/>
                <a:gd name="connsiteX19" fmla="*/ 74886 w 728351"/>
                <a:gd name="connsiteY19" fmla="*/ 800909 h 1144977"/>
                <a:gd name="connsiteX20" fmla="*/ 62407 w 728351"/>
                <a:gd name="connsiteY20" fmla="*/ 623458 h 1144977"/>
                <a:gd name="connsiteX21" fmla="*/ 167373 w 728351"/>
                <a:gd name="connsiteY21" fmla="*/ 571451 h 1144977"/>
                <a:gd name="connsiteX22" fmla="*/ 48883 w 728351"/>
                <a:gd name="connsiteY22" fmla="*/ 446293 h 1144977"/>
                <a:gd name="connsiteX23" fmla="*/ 89078 w 728351"/>
                <a:gd name="connsiteY23" fmla="*/ 211311 h 1144977"/>
                <a:gd name="connsiteX24" fmla="*/ 259099 w 728351"/>
                <a:gd name="connsiteY24" fmla="*/ 128444 h 1144977"/>
                <a:gd name="connsiteX25" fmla="*/ 463982 w 728351"/>
                <a:gd name="connsiteY25" fmla="*/ 135397 h 1144977"/>
                <a:gd name="connsiteX26" fmla="*/ 509416 w 728351"/>
                <a:gd name="connsiteY26" fmla="*/ 14429 h 1144977"/>
                <a:gd name="connsiteX27" fmla="*/ 299866 w 728351"/>
                <a:gd name="connsiteY27" fmla="*/ 260841 h 1144977"/>
                <a:gd name="connsiteX28" fmla="*/ 226714 w 728351"/>
                <a:gd name="connsiteY28" fmla="*/ 331612 h 1144977"/>
                <a:gd name="connsiteX29" fmla="*/ 251860 w 728351"/>
                <a:gd name="connsiteY29" fmla="*/ 441245 h 1144977"/>
                <a:gd name="connsiteX30" fmla="*/ 381210 w 728351"/>
                <a:gd name="connsiteY30" fmla="*/ 465724 h 1144977"/>
                <a:gd name="connsiteX31" fmla="*/ 458838 w 728351"/>
                <a:gd name="connsiteY31" fmla="*/ 397906 h 1144977"/>
                <a:gd name="connsiteX32" fmla="*/ 431216 w 728351"/>
                <a:gd name="connsiteY32" fmla="*/ 281320 h 1144977"/>
                <a:gd name="connsiteX33" fmla="*/ 299866 w 728351"/>
                <a:gd name="connsiteY33" fmla="*/ 260841 h 1144977"/>
                <a:gd name="connsiteX34" fmla="*/ 182613 w 728351"/>
                <a:gd name="connsiteY34" fmla="*/ 987218 h 1144977"/>
                <a:gd name="connsiteX35" fmla="*/ 343872 w 728351"/>
                <a:gd name="connsiteY35" fmla="*/ 1010554 h 1144977"/>
                <a:gd name="connsiteX36" fmla="*/ 507321 w 728351"/>
                <a:gd name="connsiteY36" fmla="*/ 990170 h 1144977"/>
                <a:gd name="connsiteX37" fmla="*/ 517321 w 728351"/>
                <a:gd name="connsiteY37" fmla="*/ 890158 h 1144977"/>
                <a:gd name="connsiteX38" fmla="*/ 428644 w 728351"/>
                <a:gd name="connsiteY38" fmla="*/ 870536 h 1144977"/>
                <a:gd name="connsiteX39" fmla="*/ 180994 w 728351"/>
                <a:gd name="connsiteY39" fmla="*/ 870155 h 1144977"/>
                <a:gd name="connsiteX40" fmla="*/ 182613 w 728351"/>
                <a:gd name="connsiteY40" fmla="*/ 987218 h 114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728351" h="1144977">
                  <a:moveTo>
                    <a:pt x="509416" y="14429"/>
                  </a:moveTo>
                  <a:cubicBezTo>
                    <a:pt x="564471" y="-10431"/>
                    <a:pt x="627240" y="5381"/>
                    <a:pt x="685629" y="904"/>
                  </a:cubicBezTo>
                  <a:cubicBezTo>
                    <a:pt x="685629" y="51005"/>
                    <a:pt x="685629" y="101202"/>
                    <a:pt x="685724" y="151304"/>
                  </a:cubicBezTo>
                  <a:cubicBezTo>
                    <a:pt x="631146" y="151875"/>
                    <a:pt x="576663" y="150065"/>
                    <a:pt x="522275" y="152542"/>
                  </a:cubicBezTo>
                  <a:cubicBezTo>
                    <a:pt x="564185" y="179498"/>
                    <a:pt x="607809" y="209311"/>
                    <a:pt x="628097" y="257031"/>
                  </a:cubicBezTo>
                  <a:cubicBezTo>
                    <a:pt x="665245" y="340280"/>
                    <a:pt x="658673" y="448769"/>
                    <a:pt x="595141" y="517730"/>
                  </a:cubicBezTo>
                  <a:cubicBezTo>
                    <a:pt x="551136" y="564879"/>
                    <a:pt x="487223" y="587168"/>
                    <a:pt x="424834" y="596312"/>
                  </a:cubicBezTo>
                  <a:cubicBezTo>
                    <a:pt x="355112" y="605551"/>
                    <a:pt x="283388" y="603932"/>
                    <a:pt x="215093" y="586406"/>
                  </a:cubicBezTo>
                  <a:cubicBezTo>
                    <a:pt x="183757" y="608123"/>
                    <a:pt x="170231" y="663177"/>
                    <a:pt x="207664" y="685561"/>
                  </a:cubicBezTo>
                  <a:cubicBezTo>
                    <a:pt x="252527" y="707087"/>
                    <a:pt x="304247" y="695181"/>
                    <a:pt x="352254" y="698229"/>
                  </a:cubicBezTo>
                  <a:cubicBezTo>
                    <a:pt x="441312" y="701277"/>
                    <a:pt x="534848" y="687085"/>
                    <a:pt x="619430" y="722327"/>
                  </a:cubicBezTo>
                  <a:cubicBezTo>
                    <a:pt x="672484" y="743282"/>
                    <a:pt x="712108" y="792241"/>
                    <a:pt x="722490" y="848248"/>
                  </a:cubicBezTo>
                  <a:cubicBezTo>
                    <a:pt x="736301" y="921019"/>
                    <a:pt x="728110" y="1006744"/>
                    <a:pt x="671818" y="1060560"/>
                  </a:cubicBezTo>
                  <a:cubicBezTo>
                    <a:pt x="614857" y="1114281"/>
                    <a:pt x="534086" y="1130283"/>
                    <a:pt x="458933" y="1139237"/>
                  </a:cubicBezTo>
                  <a:cubicBezTo>
                    <a:pt x="370447" y="1147428"/>
                    <a:pt x="280721" y="1147524"/>
                    <a:pt x="192615" y="1135141"/>
                  </a:cubicBezTo>
                  <a:cubicBezTo>
                    <a:pt x="140322" y="1126473"/>
                    <a:pt x="85744" y="1113233"/>
                    <a:pt x="44406" y="1078372"/>
                  </a:cubicBezTo>
                  <a:cubicBezTo>
                    <a:pt x="-17698" y="1026937"/>
                    <a:pt x="-14554" y="915209"/>
                    <a:pt x="53168" y="870060"/>
                  </a:cubicBezTo>
                  <a:cubicBezTo>
                    <a:pt x="76505" y="852820"/>
                    <a:pt x="105461" y="847867"/>
                    <a:pt x="132893" y="840533"/>
                  </a:cubicBezTo>
                  <a:cubicBezTo>
                    <a:pt x="133179" y="837580"/>
                    <a:pt x="133560" y="831674"/>
                    <a:pt x="133845" y="828817"/>
                  </a:cubicBezTo>
                  <a:cubicBezTo>
                    <a:pt x="113747" y="820149"/>
                    <a:pt x="91459" y="815577"/>
                    <a:pt x="74886" y="800909"/>
                  </a:cubicBezTo>
                  <a:cubicBezTo>
                    <a:pt x="22880" y="759475"/>
                    <a:pt x="13259" y="670702"/>
                    <a:pt x="62407" y="623458"/>
                  </a:cubicBezTo>
                  <a:cubicBezTo>
                    <a:pt x="90411" y="594597"/>
                    <a:pt x="130036" y="582786"/>
                    <a:pt x="167373" y="571451"/>
                  </a:cubicBezTo>
                  <a:cubicBezTo>
                    <a:pt x="114129" y="546401"/>
                    <a:pt x="66980" y="503538"/>
                    <a:pt x="48883" y="446293"/>
                  </a:cubicBezTo>
                  <a:cubicBezTo>
                    <a:pt x="23546" y="368283"/>
                    <a:pt x="33357" y="274271"/>
                    <a:pt x="89078" y="211311"/>
                  </a:cubicBezTo>
                  <a:cubicBezTo>
                    <a:pt x="132036" y="162448"/>
                    <a:pt x="196043" y="138159"/>
                    <a:pt x="259099" y="128444"/>
                  </a:cubicBezTo>
                  <a:cubicBezTo>
                    <a:pt x="327012" y="118728"/>
                    <a:pt x="396925" y="119871"/>
                    <a:pt x="463982" y="135397"/>
                  </a:cubicBezTo>
                  <a:cubicBezTo>
                    <a:pt x="462457" y="91963"/>
                    <a:pt x="465697" y="37289"/>
                    <a:pt x="509416" y="14429"/>
                  </a:cubicBezTo>
                  <a:moveTo>
                    <a:pt x="299866" y="260841"/>
                  </a:moveTo>
                  <a:cubicBezTo>
                    <a:pt x="264243" y="267223"/>
                    <a:pt x="231476" y="294464"/>
                    <a:pt x="226714" y="331612"/>
                  </a:cubicBezTo>
                  <a:cubicBezTo>
                    <a:pt x="221476" y="368855"/>
                    <a:pt x="221571" y="413908"/>
                    <a:pt x="251860" y="441245"/>
                  </a:cubicBezTo>
                  <a:cubicBezTo>
                    <a:pt x="286817" y="471534"/>
                    <a:pt x="337585" y="472201"/>
                    <a:pt x="381210" y="465724"/>
                  </a:cubicBezTo>
                  <a:cubicBezTo>
                    <a:pt x="417214" y="460676"/>
                    <a:pt x="452171" y="435339"/>
                    <a:pt x="458838" y="397906"/>
                  </a:cubicBezTo>
                  <a:cubicBezTo>
                    <a:pt x="465315" y="358282"/>
                    <a:pt x="465315" y="308942"/>
                    <a:pt x="431216" y="281320"/>
                  </a:cubicBezTo>
                  <a:cubicBezTo>
                    <a:pt x="394164" y="253221"/>
                    <a:pt x="343586" y="252935"/>
                    <a:pt x="299866" y="260841"/>
                  </a:cubicBezTo>
                  <a:moveTo>
                    <a:pt x="182613" y="987218"/>
                  </a:moveTo>
                  <a:cubicBezTo>
                    <a:pt x="230810" y="1015888"/>
                    <a:pt x="289960" y="1009411"/>
                    <a:pt x="343872" y="1010554"/>
                  </a:cubicBezTo>
                  <a:cubicBezTo>
                    <a:pt x="398354" y="1009411"/>
                    <a:pt x="457124" y="1016078"/>
                    <a:pt x="507321" y="990170"/>
                  </a:cubicBezTo>
                  <a:cubicBezTo>
                    <a:pt x="543135" y="972073"/>
                    <a:pt x="550183" y="914256"/>
                    <a:pt x="517321" y="890158"/>
                  </a:cubicBezTo>
                  <a:cubicBezTo>
                    <a:pt x="491509" y="872346"/>
                    <a:pt x="458744" y="871394"/>
                    <a:pt x="428644" y="870536"/>
                  </a:cubicBezTo>
                  <a:cubicBezTo>
                    <a:pt x="346062" y="870155"/>
                    <a:pt x="263481" y="871013"/>
                    <a:pt x="180994" y="870155"/>
                  </a:cubicBezTo>
                  <a:cubicBezTo>
                    <a:pt x="153467" y="902064"/>
                    <a:pt x="142608" y="960548"/>
                    <a:pt x="182613" y="98721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CAEF68-F1CF-5981-7291-85BCBE453CE0}"/>
                </a:ext>
              </a:extLst>
            </p:cNvPr>
            <p:cNvSpPr/>
            <p:nvPr/>
          </p:nvSpPr>
          <p:spPr>
            <a:xfrm>
              <a:off x="10085832" y="8849421"/>
              <a:ext cx="669369" cy="749856"/>
            </a:xfrm>
            <a:custGeom>
              <a:avLst/>
              <a:gdLst>
                <a:gd name="connsiteX0" fmla="*/ 260667 w 669369"/>
                <a:gd name="connsiteY0" fmla="*/ 6542 h 749856"/>
                <a:gd name="connsiteX1" fmla="*/ 515461 w 669369"/>
                <a:gd name="connsiteY1" fmla="*/ 44071 h 749856"/>
                <a:gd name="connsiteX2" fmla="*/ 650335 w 669369"/>
                <a:gd name="connsiteY2" fmla="*/ 226855 h 749856"/>
                <a:gd name="connsiteX3" fmla="*/ 669099 w 669369"/>
                <a:gd name="connsiteY3" fmla="*/ 426404 h 749856"/>
                <a:gd name="connsiteX4" fmla="*/ 208470 w 669369"/>
                <a:gd name="connsiteY4" fmla="*/ 426404 h 749856"/>
                <a:gd name="connsiteX5" fmla="*/ 248666 w 669369"/>
                <a:gd name="connsiteY5" fmla="*/ 550039 h 749856"/>
                <a:gd name="connsiteX6" fmla="*/ 408590 w 669369"/>
                <a:gd name="connsiteY6" fmla="*/ 587472 h 749856"/>
                <a:gd name="connsiteX7" fmla="*/ 543464 w 669369"/>
                <a:gd name="connsiteY7" fmla="*/ 505081 h 749856"/>
                <a:gd name="connsiteX8" fmla="*/ 645001 w 669369"/>
                <a:gd name="connsiteY8" fmla="*/ 630239 h 749856"/>
                <a:gd name="connsiteX9" fmla="*/ 370110 w 669369"/>
                <a:gd name="connsiteY9" fmla="*/ 749111 h 749856"/>
                <a:gd name="connsiteX10" fmla="*/ 115697 w 669369"/>
                <a:gd name="connsiteY10" fmla="*/ 673673 h 749856"/>
                <a:gd name="connsiteX11" fmla="*/ 2444 w 669369"/>
                <a:gd name="connsiteY11" fmla="*/ 428785 h 749856"/>
                <a:gd name="connsiteX12" fmla="*/ 63881 w 669369"/>
                <a:gd name="connsiteY12" fmla="*/ 132082 h 749856"/>
                <a:gd name="connsiteX13" fmla="*/ 260667 w 669369"/>
                <a:gd name="connsiteY13" fmla="*/ 6542 h 749856"/>
                <a:gd name="connsiteX14" fmla="*/ 236283 w 669369"/>
                <a:gd name="connsiteY14" fmla="*/ 199900 h 749856"/>
                <a:gd name="connsiteX15" fmla="*/ 208375 w 669369"/>
                <a:gd name="connsiteY15" fmla="*/ 307246 h 749856"/>
                <a:gd name="connsiteX16" fmla="*/ 460216 w 669369"/>
                <a:gd name="connsiteY16" fmla="*/ 307246 h 749856"/>
                <a:gd name="connsiteX17" fmla="*/ 429450 w 669369"/>
                <a:gd name="connsiteY17" fmla="*/ 188851 h 749856"/>
                <a:gd name="connsiteX18" fmla="*/ 236283 w 669369"/>
                <a:gd name="connsiteY18" fmla="*/ 199900 h 749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369" h="749856">
                  <a:moveTo>
                    <a:pt x="260667" y="6542"/>
                  </a:moveTo>
                  <a:cubicBezTo>
                    <a:pt x="346297" y="-7650"/>
                    <a:pt x="439261" y="-316"/>
                    <a:pt x="515461" y="44071"/>
                  </a:cubicBezTo>
                  <a:cubicBezTo>
                    <a:pt x="583279" y="83123"/>
                    <a:pt x="629285" y="152465"/>
                    <a:pt x="650335" y="226855"/>
                  </a:cubicBezTo>
                  <a:cubicBezTo>
                    <a:pt x="669956" y="291435"/>
                    <a:pt x="669956" y="359539"/>
                    <a:pt x="669099" y="426404"/>
                  </a:cubicBezTo>
                  <a:cubicBezTo>
                    <a:pt x="515556" y="426404"/>
                    <a:pt x="362013" y="426404"/>
                    <a:pt x="208470" y="426404"/>
                  </a:cubicBezTo>
                  <a:cubicBezTo>
                    <a:pt x="208565" y="470124"/>
                    <a:pt x="215900" y="518035"/>
                    <a:pt x="248666" y="550039"/>
                  </a:cubicBezTo>
                  <a:cubicBezTo>
                    <a:pt x="290004" y="590806"/>
                    <a:pt x="353822" y="596140"/>
                    <a:pt x="408590" y="587472"/>
                  </a:cubicBezTo>
                  <a:cubicBezTo>
                    <a:pt x="462693" y="579090"/>
                    <a:pt x="506603" y="543181"/>
                    <a:pt x="543464" y="505081"/>
                  </a:cubicBezTo>
                  <a:cubicBezTo>
                    <a:pt x="577373" y="546705"/>
                    <a:pt x="610235" y="589282"/>
                    <a:pt x="645001" y="630239"/>
                  </a:cubicBezTo>
                  <a:cubicBezTo>
                    <a:pt x="576993" y="708916"/>
                    <a:pt x="471741" y="744920"/>
                    <a:pt x="370110" y="749111"/>
                  </a:cubicBezTo>
                  <a:cubicBezTo>
                    <a:pt x="280384" y="754159"/>
                    <a:pt x="184848" y="734062"/>
                    <a:pt x="115697" y="673673"/>
                  </a:cubicBezTo>
                  <a:cubicBezTo>
                    <a:pt x="44640" y="613094"/>
                    <a:pt x="10255" y="519844"/>
                    <a:pt x="2444" y="428785"/>
                  </a:cubicBezTo>
                  <a:cubicBezTo>
                    <a:pt x="-6128" y="327249"/>
                    <a:pt x="6350" y="218664"/>
                    <a:pt x="63881" y="132082"/>
                  </a:cubicBezTo>
                  <a:cubicBezTo>
                    <a:pt x="107886" y="64645"/>
                    <a:pt x="181800" y="19972"/>
                    <a:pt x="260667" y="6542"/>
                  </a:cubicBezTo>
                  <a:moveTo>
                    <a:pt x="236283" y="199900"/>
                  </a:moveTo>
                  <a:cubicBezTo>
                    <a:pt x="213804" y="230856"/>
                    <a:pt x="209042" y="270004"/>
                    <a:pt x="208375" y="307246"/>
                  </a:cubicBezTo>
                  <a:lnTo>
                    <a:pt x="460216" y="307246"/>
                  </a:lnTo>
                  <a:cubicBezTo>
                    <a:pt x="459835" y="266289"/>
                    <a:pt x="455930" y="222093"/>
                    <a:pt x="429450" y="188851"/>
                  </a:cubicBezTo>
                  <a:cubicBezTo>
                    <a:pt x="382111" y="129700"/>
                    <a:pt x="278003" y="138273"/>
                    <a:pt x="236283" y="19990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1CC5BB-2B13-B3BD-19B7-C3ADDC9468A0}"/>
                </a:ext>
              </a:extLst>
            </p:cNvPr>
            <p:cNvSpPr/>
            <p:nvPr/>
          </p:nvSpPr>
          <p:spPr>
            <a:xfrm>
              <a:off x="10852675" y="8849297"/>
              <a:ext cx="625965" cy="749878"/>
            </a:xfrm>
            <a:custGeom>
              <a:avLst/>
              <a:gdLst>
                <a:gd name="connsiteX0" fmla="*/ 115044 w 625965"/>
                <a:gd name="connsiteY0" fmla="*/ 72770 h 749878"/>
                <a:gd name="connsiteX1" fmla="*/ 437561 w 625965"/>
                <a:gd name="connsiteY1" fmla="*/ 13810 h 749878"/>
                <a:gd name="connsiteX2" fmla="*/ 621870 w 625965"/>
                <a:gd name="connsiteY2" fmla="*/ 187165 h 749878"/>
                <a:gd name="connsiteX3" fmla="*/ 458230 w 625965"/>
                <a:gd name="connsiteY3" fmla="*/ 258221 h 749878"/>
                <a:gd name="connsiteX4" fmla="*/ 411843 w 625965"/>
                <a:gd name="connsiteY4" fmla="*/ 184117 h 749878"/>
                <a:gd name="connsiteX5" fmla="*/ 233916 w 625965"/>
                <a:gd name="connsiteY5" fmla="*/ 212120 h 749878"/>
                <a:gd name="connsiteX6" fmla="*/ 210771 w 625965"/>
                <a:gd name="connsiteY6" fmla="*/ 371093 h 749878"/>
                <a:gd name="connsiteX7" fmla="*/ 230868 w 625965"/>
                <a:gd name="connsiteY7" fmla="*/ 533684 h 749878"/>
                <a:gd name="connsiteX8" fmla="*/ 439371 w 625965"/>
                <a:gd name="connsiteY8" fmla="*/ 540352 h 749878"/>
                <a:gd name="connsiteX9" fmla="*/ 468708 w 625965"/>
                <a:gd name="connsiteY9" fmla="*/ 483392 h 749878"/>
                <a:gd name="connsiteX10" fmla="*/ 625965 w 625965"/>
                <a:gd name="connsiteY10" fmla="*/ 551782 h 749878"/>
                <a:gd name="connsiteX11" fmla="*/ 521095 w 625965"/>
                <a:gd name="connsiteY11" fmla="*/ 697800 h 749878"/>
                <a:gd name="connsiteX12" fmla="*/ 271921 w 625965"/>
                <a:gd name="connsiteY12" fmla="*/ 745425 h 749878"/>
                <a:gd name="connsiteX13" fmla="*/ 70086 w 625965"/>
                <a:gd name="connsiteY13" fmla="*/ 627696 h 749878"/>
                <a:gd name="connsiteX14" fmla="*/ 1316 w 625965"/>
                <a:gd name="connsiteY14" fmla="*/ 333183 h 749878"/>
                <a:gd name="connsiteX15" fmla="*/ 115044 w 625965"/>
                <a:gd name="connsiteY15" fmla="*/ 72770 h 749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65" h="749878">
                  <a:moveTo>
                    <a:pt x="115044" y="72770"/>
                  </a:moveTo>
                  <a:cubicBezTo>
                    <a:pt x="202770" y="-1430"/>
                    <a:pt x="329357" y="-14479"/>
                    <a:pt x="437561" y="13810"/>
                  </a:cubicBezTo>
                  <a:cubicBezTo>
                    <a:pt x="523476" y="36003"/>
                    <a:pt x="592628" y="104202"/>
                    <a:pt x="621870" y="187165"/>
                  </a:cubicBezTo>
                  <a:cubicBezTo>
                    <a:pt x="567387" y="211073"/>
                    <a:pt x="512713" y="234504"/>
                    <a:pt x="458230" y="258221"/>
                  </a:cubicBezTo>
                  <a:cubicBezTo>
                    <a:pt x="449086" y="230313"/>
                    <a:pt x="436418" y="201738"/>
                    <a:pt x="411843" y="184117"/>
                  </a:cubicBezTo>
                  <a:cubicBezTo>
                    <a:pt x="358503" y="144969"/>
                    <a:pt x="269445" y="152494"/>
                    <a:pt x="233916" y="212120"/>
                  </a:cubicBezTo>
                  <a:cubicBezTo>
                    <a:pt x="204294" y="259650"/>
                    <a:pt x="211342" y="317753"/>
                    <a:pt x="210771" y="371093"/>
                  </a:cubicBezTo>
                  <a:cubicBezTo>
                    <a:pt x="212104" y="425385"/>
                    <a:pt x="203055" y="484059"/>
                    <a:pt x="230868" y="533684"/>
                  </a:cubicBezTo>
                  <a:cubicBezTo>
                    <a:pt x="271350" y="608265"/>
                    <a:pt x="392317" y="607884"/>
                    <a:pt x="439371" y="540352"/>
                  </a:cubicBezTo>
                  <a:cubicBezTo>
                    <a:pt x="452134" y="523112"/>
                    <a:pt x="460135" y="502919"/>
                    <a:pt x="468708" y="483392"/>
                  </a:cubicBezTo>
                  <a:cubicBezTo>
                    <a:pt x="521095" y="506252"/>
                    <a:pt x="573578" y="528922"/>
                    <a:pt x="625965" y="551782"/>
                  </a:cubicBezTo>
                  <a:cubicBezTo>
                    <a:pt x="605106" y="608741"/>
                    <a:pt x="571673" y="662939"/>
                    <a:pt x="521095" y="697800"/>
                  </a:cubicBezTo>
                  <a:cubicBezTo>
                    <a:pt x="449372" y="748092"/>
                    <a:pt x="356598" y="756855"/>
                    <a:pt x="271921" y="745425"/>
                  </a:cubicBezTo>
                  <a:cubicBezTo>
                    <a:pt x="192673" y="734757"/>
                    <a:pt x="116473" y="693800"/>
                    <a:pt x="70086" y="627696"/>
                  </a:cubicBezTo>
                  <a:cubicBezTo>
                    <a:pt x="9603" y="543114"/>
                    <a:pt x="-4876" y="434624"/>
                    <a:pt x="1316" y="333183"/>
                  </a:cubicBezTo>
                  <a:cubicBezTo>
                    <a:pt x="7031" y="237171"/>
                    <a:pt x="39702" y="136778"/>
                    <a:pt x="115044" y="727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20FAA62-F02D-5AB5-E499-6D60AA797705}"/>
                </a:ext>
              </a:extLst>
            </p:cNvPr>
            <p:cNvSpPr/>
            <p:nvPr/>
          </p:nvSpPr>
          <p:spPr>
            <a:xfrm>
              <a:off x="13262546" y="8849276"/>
              <a:ext cx="625919" cy="749850"/>
            </a:xfrm>
            <a:custGeom>
              <a:avLst/>
              <a:gdLst>
                <a:gd name="connsiteX0" fmla="*/ 114142 w 625919"/>
                <a:gd name="connsiteY0" fmla="*/ 73457 h 749850"/>
                <a:gd name="connsiteX1" fmla="*/ 437897 w 625919"/>
                <a:gd name="connsiteY1" fmla="*/ 13831 h 749850"/>
                <a:gd name="connsiteX2" fmla="*/ 621920 w 625919"/>
                <a:gd name="connsiteY2" fmla="*/ 187281 h 749850"/>
                <a:gd name="connsiteX3" fmla="*/ 458280 w 625919"/>
                <a:gd name="connsiteY3" fmla="*/ 258242 h 749850"/>
                <a:gd name="connsiteX4" fmla="*/ 399225 w 625919"/>
                <a:gd name="connsiteY4" fmla="*/ 175946 h 749850"/>
                <a:gd name="connsiteX5" fmla="*/ 237776 w 625919"/>
                <a:gd name="connsiteY5" fmla="*/ 206426 h 749850"/>
                <a:gd name="connsiteX6" fmla="*/ 210725 w 625919"/>
                <a:gd name="connsiteY6" fmla="*/ 371209 h 749850"/>
                <a:gd name="connsiteX7" fmla="*/ 231013 w 625919"/>
                <a:gd name="connsiteY7" fmla="*/ 534086 h 749850"/>
                <a:gd name="connsiteX8" fmla="*/ 437992 w 625919"/>
                <a:gd name="connsiteY8" fmla="*/ 542278 h 749850"/>
                <a:gd name="connsiteX9" fmla="*/ 468662 w 625919"/>
                <a:gd name="connsiteY9" fmla="*/ 483413 h 749850"/>
                <a:gd name="connsiteX10" fmla="*/ 625920 w 625919"/>
                <a:gd name="connsiteY10" fmla="*/ 551898 h 749850"/>
                <a:gd name="connsiteX11" fmla="*/ 514573 w 625919"/>
                <a:gd name="connsiteY11" fmla="*/ 702203 h 749850"/>
                <a:gd name="connsiteX12" fmla="*/ 265494 w 625919"/>
                <a:gd name="connsiteY12" fmla="*/ 744398 h 749850"/>
                <a:gd name="connsiteX13" fmla="*/ 66422 w 625919"/>
                <a:gd name="connsiteY13" fmla="*/ 622478 h 749850"/>
                <a:gd name="connsiteX14" fmla="*/ 1937 w 625919"/>
                <a:gd name="connsiteY14" fmla="*/ 324441 h 749850"/>
                <a:gd name="connsiteX15" fmla="*/ 114142 w 625919"/>
                <a:gd name="connsiteY15" fmla="*/ 73457 h 74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5919" h="749850">
                  <a:moveTo>
                    <a:pt x="114142" y="73457"/>
                  </a:moveTo>
                  <a:cubicBezTo>
                    <a:pt x="201962" y="-1409"/>
                    <a:pt x="329121" y="-14554"/>
                    <a:pt x="437897" y="13831"/>
                  </a:cubicBezTo>
                  <a:cubicBezTo>
                    <a:pt x="523717" y="36215"/>
                    <a:pt x="592582" y="104318"/>
                    <a:pt x="621920" y="187281"/>
                  </a:cubicBezTo>
                  <a:cubicBezTo>
                    <a:pt x="567341" y="210998"/>
                    <a:pt x="512763" y="234525"/>
                    <a:pt x="458280" y="258242"/>
                  </a:cubicBezTo>
                  <a:cubicBezTo>
                    <a:pt x="448184" y="225476"/>
                    <a:pt x="430753" y="192425"/>
                    <a:pt x="399225" y="175946"/>
                  </a:cubicBezTo>
                  <a:cubicBezTo>
                    <a:pt x="347599" y="148133"/>
                    <a:pt x="272447" y="155658"/>
                    <a:pt x="237776" y="206426"/>
                  </a:cubicBezTo>
                  <a:cubicBezTo>
                    <a:pt x="203772" y="254432"/>
                    <a:pt x="211202" y="315869"/>
                    <a:pt x="210725" y="371209"/>
                  </a:cubicBezTo>
                  <a:cubicBezTo>
                    <a:pt x="212059" y="425692"/>
                    <a:pt x="203105" y="484366"/>
                    <a:pt x="231013" y="534086"/>
                  </a:cubicBezTo>
                  <a:cubicBezTo>
                    <a:pt x="271304" y="607524"/>
                    <a:pt x="390081" y="607905"/>
                    <a:pt x="437992" y="542278"/>
                  </a:cubicBezTo>
                  <a:cubicBezTo>
                    <a:pt x="451422" y="524561"/>
                    <a:pt x="459899" y="503702"/>
                    <a:pt x="468662" y="483413"/>
                  </a:cubicBezTo>
                  <a:cubicBezTo>
                    <a:pt x="521050" y="506178"/>
                    <a:pt x="573532" y="528943"/>
                    <a:pt x="625920" y="551898"/>
                  </a:cubicBezTo>
                  <a:cubicBezTo>
                    <a:pt x="604298" y="611144"/>
                    <a:pt x="568579" y="667532"/>
                    <a:pt x="514573" y="702203"/>
                  </a:cubicBezTo>
                  <a:cubicBezTo>
                    <a:pt x="441706" y="749732"/>
                    <a:pt x="349600" y="756971"/>
                    <a:pt x="265494" y="744398"/>
                  </a:cubicBezTo>
                  <a:cubicBezTo>
                    <a:pt x="186341" y="732492"/>
                    <a:pt x="111189" y="689534"/>
                    <a:pt x="66422" y="622478"/>
                  </a:cubicBezTo>
                  <a:cubicBezTo>
                    <a:pt x="7366" y="535991"/>
                    <a:pt x="-5587" y="426644"/>
                    <a:pt x="1937" y="324441"/>
                  </a:cubicBezTo>
                  <a:cubicBezTo>
                    <a:pt x="8890" y="231668"/>
                    <a:pt x="41656" y="135465"/>
                    <a:pt x="114142" y="73457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2FC2C34-E5BD-C43A-3949-47695E913DE8}"/>
                </a:ext>
              </a:extLst>
            </p:cNvPr>
            <p:cNvSpPr/>
            <p:nvPr/>
          </p:nvSpPr>
          <p:spPr>
            <a:xfrm>
              <a:off x="14778191" y="8849530"/>
              <a:ext cx="689710" cy="749617"/>
            </a:xfrm>
            <a:custGeom>
              <a:avLst/>
              <a:gdLst>
                <a:gd name="connsiteX0" fmla="*/ 27247 w 689710"/>
                <a:gd name="connsiteY0" fmla="*/ 137021 h 749617"/>
                <a:gd name="connsiteX1" fmla="*/ 239750 w 689710"/>
                <a:gd name="connsiteY1" fmla="*/ 5290 h 749617"/>
                <a:gd name="connsiteX2" fmla="*/ 522070 w 689710"/>
                <a:gd name="connsiteY2" fmla="*/ 49582 h 749617"/>
                <a:gd name="connsiteX3" fmla="*/ 622654 w 689710"/>
                <a:gd name="connsiteY3" fmla="*/ 247606 h 749617"/>
                <a:gd name="connsiteX4" fmla="*/ 623036 w 689710"/>
                <a:gd name="connsiteY4" fmla="*/ 575838 h 749617"/>
                <a:gd name="connsiteX5" fmla="*/ 689711 w 689710"/>
                <a:gd name="connsiteY5" fmla="*/ 575933 h 749617"/>
                <a:gd name="connsiteX6" fmla="*/ 689711 w 689710"/>
                <a:gd name="connsiteY6" fmla="*/ 733000 h 749617"/>
                <a:gd name="connsiteX7" fmla="*/ 506259 w 689710"/>
                <a:gd name="connsiteY7" fmla="*/ 713950 h 749617"/>
                <a:gd name="connsiteX8" fmla="*/ 438441 w 689710"/>
                <a:gd name="connsiteY8" fmla="*/ 603270 h 749617"/>
                <a:gd name="connsiteX9" fmla="*/ 388625 w 689710"/>
                <a:gd name="connsiteY9" fmla="*/ 690805 h 749617"/>
                <a:gd name="connsiteX10" fmla="*/ 169074 w 689710"/>
                <a:gd name="connsiteY10" fmla="*/ 745288 h 749617"/>
                <a:gd name="connsiteX11" fmla="*/ 15341 w 689710"/>
                <a:gd name="connsiteY11" fmla="*/ 626892 h 749617"/>
                <a:gd name="connsiteX12" fmla="*/ 37153 w 689710"/>
                <a:gd name="connsiteY12" fmla="*/ 416008 h 749617"/>
                <a:gd name="connsiteX13" fmla="*/ 191076 w 689710"/>
                <a:gd name="connsiteY13" fmla="*/ 327521 h 749617"/>
                <a:gd name="connsiteX14" fmla="*/ 420629 w 689710"/>
                <a:gd name="connsiteY14" fmla="*/ 316663 h 749617"/>
                <a:gd name="connsiteX15" fmla="*/ 392911 w 689710"/>
                <a:gd name="connsiteY15" fmla="*/ 189028 h 749617"/>
                <a:gd name="connsiteX16" fmla="*/ 258323 w 689710"/>
                <a:gd name="connsiteY16" fmla="*/ 163310 h 749617"/>
                <a:gd name="connsiteX17" fmla="*/ 147452 w 689710"/>
                <a:gd name="connsiteY17" fmla="*/ 243130 h 749617"/>
                <a:gd name="connsiteX18" fmla="*/ 27247 w 689710"/>
                <a:gd name="connsiteY18" fmla="*/ 137021 h 749617"/>
                <a:gd name="connsiteX19" fmla="*/ 252894 w 689710"/>
                <a:gd name="connsiteY19" fmla="*/ 442583 h 749617"/>
                <a:gd name="connsiteX20" fmla="*/ 260038 w 689710"/>
                <a:gd name="connsiteY20" fmla="*/ 604508 h 749617"/>
                <a:gd name="connsiteX21" fmla="*/ 401579 w 689710"/>
                <a:gd name="connsiteY21" fmla="*/ 571552 h 749617"/>
                <a:gd name="connsiteX22" fmla="*/ 420534 w 689710"/>
                <a:gd name="connsiteY22" fmla="*/ 431725 h 749617"/>
                <a:gd name="connsiteX23" fmla="*/ 252894 w 689710"/>
                <a:gd name="connsiteY23" fmla="*/ 442583 h 74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9710" h="749617">
                  <a:moveTo>
                    <a:pt x="27247" y="137021"/>
                  </a:moveTo>
                  <a:cubicBezTo>
                    <a:pt x="73634" y="63583"/>
                    <a:pt x="153834" y="15387"/>
                    <a:pt x="239750" y="5290"/>
                  </a:cubicBezTo>
                  <a:cubicBezTo>
                    <a:pt x="334618" y="-6044"/>
                    <a:pt x="438632" y="-2520"/>
                    <a:pt x="522070" y="49582"/>
                  </a:cubicBezTo>
                  <a:cubicBezTo>
                    <a:pt x="588936" y="91015"/>
                    <a:pt x="621988" y="171025"/>
                    <a:pt x="622654" y="247606"/>
                  </a:cubicBezTo>
                  <a:cubicBezTo>
                    <a:pt x="623512" y="357049"/>
                    <a:pt x="622654" y="466396"/>
                    <a:pt x="623036" y="575838"/>
                  </a:cubicBezTo>
                  <a:cubicBezTo>
                    <a:pt x="645134" y="575838"/>
                    <a:pt x="667422" y="575838"/>
                    <a:pt x="689711" y="575933"/>
                  </a:cubicBezTo>
                  <a:cubicBezTo>
                    <a:pt x="689615" y="628225"/>
                    <a:pt x="689615" y="680613"/>
                    <a:pt x="689711" y="733000"/>
                  </a:cubicBezTo>
                  <a:cubicBezTo>
                    <a:pt x="628750" y="728238"/>
                    <a:pt x="561790" y="746621"/>
                    <a:pt x="506259" y="713950"/>
                  </a:cubicBezTo>
                  <a:cubicBezTo>
                    <a:pt x="466540" y="690614"/>
                    <a:pt x="448442" y="646037"/>
                    <a:pt x="438441" y="603270"/>
                  </a:cubicBezTo>
                  <a:cubicBezTo>
                    <a:pt x="423963" y="633559"/>
                    <a:pt x="413866" y="667278"/>
                    <a:pt x="388625" y="690805"/>
                  </a:cubicBezTo>
                  <a:cubicBezTo>
                    <a:pt x="331952" y="747193"/>
                    <a:pt x="244702" y="756908"/>
                    <a:pt x="169074" y="745288"/>
                  </a:cubicBezTo>
                  <a:cubicBezTo>
                    <a:pt x="102113" y="735477"/>
                    <a:pt x="38676" y="691948"/>
                    <a:pt x="15341" y="626892"/>
                  </a:cubicBezTo>
                  <a:cubicBezTo>
                    <a:pt x="-9234" y="558693"/>
                    <a:pt x="-5900" y="476302"/>
                    <a:pt x="37153" y="416008"/>
                  </a:cubicBezTo>
                  <a:cubicBezTo>
                    <a:pt x="73062" y="366097"/>
                    <a:pt x="132498" y="339808"/>
                    <a:pt x="191076" y="327521"/>
                  </a:cubicBezTo>
                  <a:cubicBezTo>
                    <a:pt x="266515" y="311424"/>
                    <a:pt x="344048" y="317996"/>
                    <a:pt x="420629" y="316663"/>
                  </a:cubicBezTo>
                  <a:cubicBezTo>
                    <a:pt x="420439" y="273419"/>
                    <a:pt x="425963" y="222746"/>
                    <a:pt x="392911" y="189028"/>
                  </a:cubicBezTo>
                  <a:cubicBezTo>
                    <a:pt x="357764" y="155119"/>
                    <a:pt x="303377" y="154547"/>
                    <a:pt x="258323" y="163310"/>
                  </a:cubicBezTo>
                  <a:cubicBezTo>
                    <a:pt x="211460" y="172359"/>
                    <a:pt x="174884" y="205982"/>
                    <a:pt x="147452" y="243130"/>
                  </a:cubicBezTo>
                  <a:cubicBezTo>
                    <a:pt x="107447" y="207697"/>
                    <a:pt x="67728" y="171883"/>
                    <a:pt x="27247" y="137021"/>
                  </a:cubicBezTo>
                  <a:moveTo>
                    <a:pt x="252894" y="442583"/>
                  </a:moveTo>
                  <a:cubicBezTo>
                    <a:pt x="182600" y="464872"/>
                    <a:pt x="184981" y="591078"/>
                    <a:pt x="260038" y="604508"/>
                  </a:cubicBezTo>
                  <a:cubicBezTo>
                    <a:pt x="308044" y="613557"/>
                    <a:pt x="366337" y="609461"/>
                    <a:pt x="401579" y="571552"/>
                  </a:cubicBezTo>
                  <a:cubicBezTo>
                    <a:pt x="433298" y="532213"/>
                    <a:pt x="416438" y="477921"/>
                    <a:pt x="420534" y="431725"/>
                  </a:cubicBezTo>
                  <a:cubicBezTo>
                    <a:pt x="364813" y="434677"/>
                    <a:pt x="306615" y="423724"/>
                    <a:pt x="252894" y="4425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04288BC-FE42-684B-4479-86B104A27BAC}"/>
                </a:ext>
              </a:extLst>
            </p:cNvPr>
            <p:cNvSpPr/>
            <p:nvPr/>
          </p:nvSpPr>
          <p:spPr>
            <a:xfrm>
              <a:off x="15602775" y="8849035"/>
              <a:ext cx="633507" cy="733518"/>
            </a:xfrm>
            <a:custGeom>
              <a:avLst/>
              <a:gdLst>
                <a:gd name="connsiteX0" fmla="*/ 311944 w 633507"/>
                <a:gd name="connsiteY0" fmla="*/ 20073 h 733518"/>
                <a:gd name="connsiteX1" fmla="*/ 569214 w 633507"/>
                <a:gd name="connsiteY1" fmla="*/ 66078 h 733518"/>
                <a:gd name="connsiteX2" fmla="*/ 633413 w 633507"/>
                <a:gd name="connsiteY2" fmla="*/ 276295 h 733518"/>
                <a:gd name="connsiteX3" fmla="*/ 633508 w 633507"/>
                <a:gd name="connsiteY3" fmla="*/ 733495 h 733518"/>
                <a:gd name="connsiteX4" fmla="*/ 431006 w 633507"/>
                <a:gd name="connsiteY4" fmla="*/ 733495 h 733518"/>
                <a:gd name="connsiteX5" fmla="*/ 430435 w 633507"/>
                <a:gd name="connsiteY5" fmla="*/ 276676 h 733518"/>
                <a:gd name="connsiteX6" fmla="*/ 369951 w 633507"/>
                <a:gd name="connsiteY6" fmla="*/ 169901 h 733518"/>
                <a:gd name="connsiteX7" fmla="*/ 203264 w 633507"/>
                <a:gd name="connsiteY7" fmla="*/ 257245 h 733518"/>
                <a:gd name="connsiteX8" fmla="*/ 202502 w 633507"/>
                <a:gd name="connsiteY8" fmla="*/ 733495 h 733518"/>
                <a:gd name="connsiteX9" fmla="*/ 0 w 633507"/>
                <a:gd name="connsiteY9" fmla="*/ 733400 h 733518"/>
                <a:gd name="connsiteX10" fmla="*/ 95 w 633507"/>
                <a:gd name="connsiteY10" fmla="*/ 16739 h 733518"/>
                <a:gd name="connsiteX11" fmla="*/ 202406 w 633507"/>
                <a:gd name="connsiteY11" fmla="*/ 16739 h 733518"/>
                <a:gd name="connsiteX12" fmla="*/ 204883 w 633507"/>
                <a:gd name="connsiteY12" fmla="*/ 144564 h 733518"/>
                <a:gd name="connsiteX13" fmla="*/ 311944 w 633507"/>
                <a:gd name="connsiteY13" fmla="*/ 20073 h 73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507" h="733518">
                  <a:moveTo>
                    <a:pt x="311944" y="20073"/>
                  </a:moveTo>
                  <a:cubicBezTo>
                    <a:pt x="395669" y="-15837"/>
                    <a:pt x="506825" y="-5359"/>
                    <a:pt x="569214" y="66078"/>
                  </a:cubicBezTo>
                  <a:cubicBezTo>
                    <a:pt x="618649" y="123609"/>
                    <a:pt x="632365" y="202572"/>
                    <a:pt x="633413" y="276295"/>
                  </a:cubicBezTo>
                  <a:cubicBezTo>
                    <a:pt x="633603" y="428695"/>
                    <a:pt x="633317" y="581095"/>
                    <a:pt x="633508" y="733495"/>
                  </a:cubicBezTo>
                  <a:lnTo>
                    <a:pt x="431006" y="733495"/>
                  </a:lnTo>
                  <a:cubicBezTo>
                    <a:pt x="430625" y="581190"/>
                    <a:pt x="431864" y="428981"/>
                    <a:pt x="430435" y="276676"/>
                  </a:cubicBezTo>
                  <a:cubicBezTo>
                    <a:pt x="429101" y="234861"/>
                    <a:pt x="415290" y="183045"/>
                    <a:pt x="369951" y="169901"/>
                  </a:cubicBezTo>
                  <a:cubicBezTo>
                    <a:pt x="305086" y="150946"/>
                    <a:pt x="210884" y="180759"/>
                    <a:pt x="203264" y="257245"/>
                  </a:cubicBezTo>
                  <a:cubicBezTo>
                    <a:pt x="201263" y="415931"/>
                    <a:pt x="202978" y="574713"/>
                    <a:pt x="202502" y="733495"/>
                  </a:cubicBezTo>
                  <a:cubicBezTo>
                    <a:pt x="134970" y="733495"/>
                    <a:pt x="67437" y="733590"/>
                    <a:pt x="0" y="733400"/>
                  </a:cubicBezTo>
                  <a:cubicBezTo>
                    <a:pt x="191" y="494513"/>
                    <a:pt x="-95" y="255626"/>
                    <a:pt x="95" y="16739"/>
                  </a:cubicBezTo>
                  <a:lnTo>
                    <a:pt x="202406" y="16739"/>
                  </a:lnTo>
                  <a:cubicBezTo>
                    <a:pt x="203264" y="59315"/>
                    <a:pt x="200025" y="102083"/>
                    <a:pt x="204883" y="144564"/>
                  </a:cubicBezTo>
                  <a:cubicBezTo>
                    <a:pt x="226790" y="93606"/>
                    <a:pt x="258604" y="42456"/>
                    <a:pt x="311944" y="2007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A5FB2B6-B36D-28AA-110C-399F8C827B77}"/>
                </a:ext>
              </a:extLst>
            </p:cNvPr>
            <p:cNvSpPr/>
            <p:nvPr/>
          </p:nvSpPr>
          <p:spPr>
            <a:xfrm>
              <a:off x="17116014" y="8849344"/>
              <a:ext cx="669651" cy="749917"/>
            </a:xfrm>
            <a:custGeom>
              <a:avLst/>
              <a:gdLst>
                <a:gd name="connsiteX0" fmla="*/ 174305 w 669651"/>
                <a:gd name="connsiteY0" fmla="*/ 34909 h 749917"/>
                <a:gd name="connsiteX1" fmla="*/ 433670 w 669651"/>
                <a:gd name="connsiteY1" fmla="*/ 11287 h 749917"/>
                <a:gd name="connsiteX2" fmla="*/ 624838 w 669651"/>
                <a:gd name="connsiteY2" fmla="*/ 161973 h 749917"/>
                <a:gd name="connsiteX3" fmla="*/ 669129 w 669651"/>
                <a:gd name="connsiteY3" fmla="*/ 426482 h 749917"/>
                <a:gd name="connsiteX4" fmla="*/ 208500 w 669651"/>
                <a:gd name="connsiteY4" fmla="*/ 426482 h 749917"/>
                <a:gd name="connsiteX5" fmla="*/ 248028 w 669651"/>
                <a:gd name="connsiteY5" fmla="*/ 549450 h 749917"/>
                <a:gd name="connsiteX6" fmla="*/ 408049 w 669651"/>
                <a:gd name="connsiteY6" fmla="*/ 587645 h 749917"/>
                <a:gd name="connsiteX7" fmla="*/ 543589 w 669651"/>
                <a:gd name="connsiteY7" fmla="*/ 505063 h 749917"/>
                <a:gd name="connsiteX8" fmla="*/ 645031 w 669651"/>
                <a:gd name="connsiteY8" fmla="*/ 631269 h 749917"/>
                <a:gd name="connsiteX9" fmla="*/ 388617 w 669651"/>
                <a:gd name="connsiteY9" fmla="*/ 747951 h 749917"/>
                <a:gd name="connsiteX10" fmla="*/ 125441 w 669651"/>
                <a:gd name="connsiteY10" fmla="*/ 681752 h 749917"/>
                <a:gd name="connsiteX11" fmla="*/ 5045 w 669651"/>
                <a:gd name="connsiteY11" fmla="*/ 451342 h 749917"/>
                <a:gd name="connsiteX12" fmla="*/ 33526 w 669651"/>
                <a:gd name="connsiteY12" fmla="*/ 189214 h 749917"/>
                <a:gd name="connsiteX13" fmla="*/ 174305 w 669651"/>
                <a:gd name="connsiteY13" fmla="*/ 34909 h 749917"/>
                <a:gd name="connsiteX14" fmla="*/ 232502 w 669651"/>
                <a:gd name="connsiteY14" fmla="*/ 205788 h 749917"/>
                <a:gd name="connsiteX15" fmla="*/ 208500 w 669651"/>
                <a:gd name="connsiteY15" fmla="*/ 307324 h 749917"/>
                <a:gd name="connsiteX16" fmla="*/ 460722 w 669651"/>
                <a:gd name="connsiteY16" fmla="*/ 307324 h 749917"/>
                <a:gd name="connsiteX17" fmla="*/ 423956 w 669651"/>
                <a:gd name="connsiteY17" fmla="*/ 182547 h 749917"/>
                <a:gd name="connsiteX18" fmla="*/ 232502 w 669651"/>
                <a:gd name="connsiteY18" fmla="*/ 205883 h 749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69651" h="749917">
                  <a:moveTo>
                    <a:pt x="174305" y="34909"/>
                  </a:moveTo>
                  <a:cubicBezTo>
                    <a:pt x="254220" y="-3858"/>
                    <a:pt x="347945" y="-8144"/>
                    <a:pt x="433670" y="11287"/>
                  </a:cubicBezTo>
                  <a:cubicBezTo>
                    <a:pt x="515681" y="29956"/>
                    <a:pt x="587690" y="86439"/>
                    <a:pt x="624838" y="161973"/>
                  </a:cubicBezTo>
                  <a:cubicBezTo>
                    <a:pt x="667223" y="243126"/>
                    <a:pt x="671510" y="336852"/>
                    <a:pt x="669129" y="426482"/>
                  </a:cubicBezTo>
                  <a:cubicBezTo>
                    <a:pt x="515586" y="426482"/>
                    <a:pt x="362043" y="426482"/>
                    <a:pt x="208500" y="426482"/>
                  </a:cubicBezTo>
                  <a:cubicBezTo>
                    <a:pt x="208690" y="469916"/>
                    <a:pt x="215834" y="517350"/>
                    <a:pt x="248028" y="549450"/>
                  </a:cubicBezTo>
                  <a:cubicBezTo>
                    <a:pt x="289272" y="590693"/>
                    <a:pt x="353089" y="596217"/>
                    <a:pt x="408049" y="587645"/>
                  </a:cubicBezTo>
                  <a:cubicBezTo>
                    <a:pt x="462341" y="579453"/>
                    <a:pt x="506537" y="543449"/>
                    <a:pt x="543589" y="505063"/>
                  </a:cubicBezTo>
                  <a:cubicBezTo>
                    <a:pt x="577308" y="547259"/>
                    <a:pt x="611216" y="589169"/>
                    <a:pt x="645031" y="631269"/>
                  </a:cubicBezTo>
                  <a:cubicBezTo>
                    <a:pt x="580260" y="703755"/>
                    <a:pt x="484153" y="740997"/>
                    <a:pt x="388617" y="747951"/>
                  </a:cubicBezTo>
                  <a:cubicBezTo>
                    <a:pt x="297273" y="756047"/>
                    <a:pt x="198880" y="740140"/>
                    <a:pt x="125441" y="681752"/>
                  </a:cubicBezTo>
                  <a:cubicBezTo>
                    <a:pt x="54481" y="626602"/>
                    <a:pt x="16381" y="538782"/>
                    <a:pt x="5045" y="451342"/>
                  </a:cubicBezTo>
                  <a:cubicBezTo>
                    <a:pt x="-5812" y="363522"/>
                    <a:pt x="-384" y="271701"/>
                    <a:pt x="33526" y="189214"/>
                  </a:cubicBezTo>
                  <a:cubicBezTo>
                    <a:pt x="60291" y="123301"/>
                    <a:pt x="110011" y="66246"/>
                    <a:pt x="174305" y="34909"/>
                  </a:cubicBezTo>
                  <a:moveTo>
                    <a:pt x="232502" y="205788"/>
                  </a:moveTo>
                  <a:cubicBezTo>
                    <a:pt x="213072" y="235887"/>
                    <a:pt x="209262" y="272367"/>
                    <a:pt x="208500" y="307324"/>
                  </a:cubicBezTo>
                  <a:cubicBezTo>
                    <a:pt x="292510" y="307324"/>
                    <a:pt x="376616" y="307324"/>
                    <a:pt x="460722" y="307324"/>
                  </a:cubicBezTo>
                  <a:cubicBezTo>
                    <a:pt x="459770" y="263890"/>
                    <a:pt x="455292" y="215884"/>
                    <a:pt x="423956" y="182547"/>
                  </a:cubicBezTo>
                  <a:cubicBezTo>
                    <a:pt x="372234" y="128730"/>
                    <a:pt x="270317" y="141780"/>
                    <a:pt x="232502" y="205883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8832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0" y="383875"/>
            <a:ext cx="11067892" cy="1292526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1020" y="3429000"/>
            <a:ext cx="1097280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9EEE1D6-6B7E-76B8-7CD3-AF36ED068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41661" y="3429000"/>
            <a:ext cx="9577251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F56E4FC-4F4B-6819-0E70-B1E3FCFE1771}"/>
              </a:ext>
            </a:extLst>
          </p:cNvPr>
          <p:cNvGrpSpPr/>
          <p:nvPr userDrawn="1"/>
        </p:nvGrpSpPr>
        <p:grpSpPr>
          <a:xfrm>
            <a:off x="13444864" y="939775"/>
            <a:ext cx="10359699" cy="10680597"/>
            <a:chOff x="13444864" y="939775"/>
            <a:chExt cx="10359699" cy="10680597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19D446-9B19-9D35-31C5-967D359C48D8}"/>
                </a:ext>
              </a:extLst>
            </p:cNvPr>
            <p:cNvSpPr/>
            <p:nvPr/>
          </p:nvSpPr>
          <p:spPr>
            <a:xfrm>
              <a:off x="17349086" y="7670507"/>
              <a:ext cx="1316693" cy="1316585"/>
            </a:xfrm>
            <a:custGeom>
              <a:avLst/>
              <a:gdLst>
                <a:gd name="connsiteX0" fmla="*/ 1145857 w 1145856"/>
                <a:gd name="connsiteY0" fmla="*/ 1145762 h 1145762"/>
                <a:gd name="connsiteX1" fmla="*/ 1145857 w 1145856"/>
                <a:gd name="connsiteY1" fmla="*/ 0 h 1145762"/>
                <a:gd name="connsiteX2" fmla="*/ 0 w 1145856"/>
                <a:gd name="connsiteY2" fmla="*/ 1145762 h 1145762"/>
                <a:gd name="connsiteX3" fmla="*/ 1145857 w 1145856"/>
                <a:gd name="connsiteY3" fmla="*/ 1145762 h 114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6" h="1145762">
                  <a:moveTo>
                    <a:pt x="1145857" y="1145762"/>
                  </a:moveTo>
                  <a:lnTo>
                    <a:pt x="1145857" y="0"/>
                  </a:lnTo>
                  <a:lnTo>
                    <a:pt x="0" y="1145762"/>
                  </a:lnTo>
                  <a:lnTo>
                    <a:pt x="1145857" y="1145762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4C7E27-E132-CFA4-784E-80F28D9067C6}"/>
                </a:ext>
              </a:extLst>
            </p:cNvPr>
            <p:cNvSpPr/>
            <p:nvPr/>
          </p:nvSpPr>
          <p:spPr>
            <a:xfrm>
              <a:off x="17349086" y="6353812"/>
              <a:ext cx="1316693" cy="1316694"/>
            </a:xfrm>
            <a:custGeom>
              <a:avLst/>
              <a:gdLst>
                <a:gd name="connsiteX0" fmla="*/ 1145857 w 1145856"/>
                <a:gd name="connsiteY0" fmla="*/ 0 h 1145857"/>
                <a:gd name="connsiteX1" fmla="*/ 0 w 1145856"/>
                <a:gd name="connsiteY1" fmla="*/ 1145858 h 1145857"/>
                <a:gd name="connsiteX2" fmla="*/ 1145857 w 1145856"/>
                <a:gd name="connsiteY2" fmla="*/ 1145858 h 1145857"/>
                <a:gd name="connsiteX3" fmla="*/ 1145857 w 1145856"/>
                <a:gd name="connsiteY3" fmla="*/ 0 h 114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6" h="1145857">
                  <a:moveTo>
                    <a:pt x="1145857" y="0"/>
                  </a:moveTo>
                  <a:lnTo>
                    <a:pt x="0" y="1145858"/>
                  </a:lnTo>
                  <a:lnTo>
                    <a:pt x="1145857" y="1145858"/>
                  </a:lnTo>
                  <a:lnTo>
                    <a:pt x="1145857" y="0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5B2D417-4CC7-D740-8DF7-3FE67DC4106D}"/>
                </a:ext>
              </a:extLst>
            </p:cNvPr>
            <p:cNvSpPr/>
            <p:nvPr/>
          </p:nvSpPr>
          <p:spPr>
            <a:xfrm>
              <a:off x="16032391" y="6353812"/>
              <a:ext cx="1316694" cy="1316694"/>
            </a:xfrm>
            <a:custGeom>
              <a:avLst/>
              <a:gdLst>
                <a:gd name="connsiteX0" fmla="*/ 0 w 1145857"/>
                <a:gd name="connsiteY0" fmla="*/ 0 h 1145857"/>
                <a:gd name="connsiteX1" fmla="*/ 0 w 1145857"/>
                <a:gd name="connsiteY1" fmla="*/ 1145858 h 1145857"/>
                <a:gd name="connsiteX2" fmla="*/ 1145858 w 1145857"/>
                <a:gd name="connsiteY2" fmla="*/ 1145858 h 1145857"/>
                <a:gd name="connsiteX3" fmla="*/ 0 w 1145857"/>
                <a:gd name="connsiteY3" fmla="*/ 0 h 114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7" h="1145857">
                  <a:moveTo>
                    <a:pt x="0" y="0"/>
                  </a:moveTo>
                  <a:lnTo>
                    <a:pt x="0" y="1145858"/>
                  </a:lnTo>
                  <a:lnTo>
                    <a:pt x="1145858" y="1145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BA2D2D1-B084-06FE-4A84-A027D86BEDF4}"/>
                </a:ext>
              </a:extLst>
            </p:cNvPr>
            <p:cNvSpPr/>
            <p:nvPr/>
          </p:nvSpPr>
          <p:spPr>
            <a:xfrm>
              <a:off x="16032391" y="7670507"/>
              <a:ext cx="1316694" cy="1316585"/>
            </a:xfrm>
            <a:custGeom>
              <a:avLst/>
              <a:gdLst>
                <a:gd name="connsiteX0" fmla="*/ 1145858 w 1145857"/>
                <a:gd name="connsiteY0" fmla="*/ 1145762 h 1145762"/>
                <a:gd name="connsiteX1" fmla="*/ 0 w 1145857"/>
                <a:gd name="connsiteY1" fmla="*/ 0 h 1145762"/>
                <a:gd name="connsiteX2" fmla="*/ 0 w 1145857"/>
                <a:gd name="connsiteY2" fmla="*/ 1145762 h 1145762"/>
                <a:gd name="connsiteX3" fmla="*/ 1145858 w 1145857"/>
                <a:gd name="connsiteY3" fmla="*/ 1145762 h 114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7" h="1145762">
                  <a:moveTo>
                    <a:pt x="1145858" y="1145762"/>
                  </a:moveTo>
                  <a:lnTo>
                    <a:pt x="0" y="0"/>
                  </a:lnTo>
                  <a:lnTo>
                    <a:pt x="0" y="1145762"/>
                  </a:lnTo>
                  <a:lnTo>
                    <a:pt x="1145858" y="1145762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938E40C-359A-A37F-29E1-EB16CAF3C201}"/>
                </a:ext>
              </a:extLst>
            </p:cNvPr>
            <p:cNvSpPr/>
            <p:nvPr/>
          </p:nvSpPr>
          <p:spPr>
            <a:xfrm>
              <a:off x="17349086" y="10303787"/>
              <a:ext cx="1316693" cy="1316585"/>
            </a:xfrm>
            <a:custGeom>
              <a:avLst/>
              <a:gdLst>
                <a:gd name="connsiteX0" fmla="*/ 1145857 w 1145856"/>
                <a:gd name="connsiteY0" fmla="*/ 1145762 h 1145762"/>
                <a:gd name="connsiteX1" fmla="*/ 1145857 w 1145856"/>
                <a:gd name="connsiteY1" fmla="*/ 0 h 1145762"/>
                <a:gd name="connsiteX2" fmla="*/ 0 w 1145856"/>
                <a:gd name="connsiteY2" fmla="*/ 1145762 h 1145762"/>
                <a:gd name="connsiteX3" fmla="*/ 1145857 w 1145856"/>
                <a:gd name="connsiteY3" fmla="*/ 1145762 h 114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6" h="1145762">
                  <a:moveTo>
                    <a:pt x="1145857" y="1145762"/>
                  </a:moveTo>
                  <a:lnTo>
                    <a:pt x="1145857" y="0"/>
                  </a:lnTo>
                  <a:lnTo>
                    <a:pt x="0" y="1145762"/>
                  </a:lnTo>
                  <a:lnTo>
                    <a:pt x="1145857" y="1145762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38A44FA-1611-7D81-EF87-01B6ABFDDF54}"/>
                </a:ext>
              </a:extLst>
            </p:cNvPr>
            <p:cNvSpPr/>
            <p:nvPr/>
          </p:nvSpPr>
          <p:spPr>
            <a:xfrm>
              <a:off x="17349086" y="8987092"/>
              <a:ext cx="1316693" cy="1316694"/>
            </a:xfrm>
            <a:custGeom>
              <a:avLst/>
              <a:gdLst>
                <a:gd name="connsiteX0" fmla="*/ 1145857 w 1145856"/>
                <a:gd name="connsiteY0" fmla="*/ 0 h 1145857"/>
                <a:gd name="connsiteX1" fmla="*/ 0 w 1145856"/>
                <a:gd name="connsiteY1" fmla="*/ 1145858 h 1145857"/>
                <a:gd name="connsiteX2" fmla="*/ 1145857 w 1145856"/>
                <a:gd name="connsiteY2" fmla="*/ 1145858 h 1145857"/>
                <a:gd name="connsiteX3" fmla="*/ 1145857 w 1145856"/>
                <a:gd name="connsiteY3" fmla="*/ 0 h 114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6" h="1145857">
                  <a:moveTo>
                    <a:pt x="1145857" y="0"/>
                  </a:moveTo>
                  <a:lnTo>
                    <a:pt x="0" y="1145858"/>
                  </a:lnTo>
                  <a:lnTo>
                    <a:pt x="1145857" y="1145858"/>
                  </a:lnTo>
                  <a:lnTo>
                    <a:pt x="1145857" y="0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018DDB-59F4-739B-3A29-EA8D360A0F4B}"/>
                </a:ext>
              </a:extLst>
            </p:cNvPr>
            <p:cNvSpPr/>
            <p:nvPr/>
          </p:nvSpPr>
          <p:spPr>
            <a:xfrm>
              <a:off x="16032391" y="8987092"/>
              <a:ext cx="1316694" cy="1316694"/>
            </a:xfrm>
            <a:custGeom>
              <a:avLst/>
              <a:gdLst>
                <a:gd name="connsiteX0" fmla="*/ 0 w 1145857"/>
                <a:gd name="connsiteY0" fmla="*/ 0 h 1145857"/>
                <a:gd name="connsiteX1" fmla="*/ 0 w 1145857"/>
                <a:gd name="connsiteY1" fmla="*/ 1145858 h 1145857"/>
                <a:gd name="connsiteX2" fmla="*/ 1145858 w 1145857"/>
                <a:gd name="connsiteY2" fmla="*/ 1145858 h 1145857"/>
                <a:gd name="connsiteX3" fmla="*/ 0 w 1145857"/>
                <a:gd name="connsiteY3" fmla="*/ 0 h 114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7" h="1145857">
                  <a:moveTo>
                    <a:pt x="0" y="0"/>
                  </a:moveTo>
                  <a:lnTo>
                    <a:pt x="0" y="1145858"/>
                  </a:lnTo>
                  <a:lnTo>
                    <a:pt x="1145858" y="11458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7333AF-A0FA-9C4E-078E-FFAA948EB586}"/>
                </a:ext>
              </a:extLst>
            </p:cNvPr>
            <p:cNvSpPr/>
            <p:nvPr/>
          </p:nvSpPr>
          <p:spPr>
            <a:xfrm>
              <a:off x="16032391" y="10303787"/>
              <a:ext cx="1316694" cy="1316585"/>
            </a:xfrm>
            <a:custGeom>
              <a:avLst/>
              <a:gdLst>
                <a:gd name="connsiteX0" fmla="*/ 1145858 w 1145857"/>
                <a:gd name="connsiteY0" fmla="*/ 1145762 h 1145762"/>
                <a:gd name="connsiteX1" fmla="*/ 0 w 1145857"/>
                <a:gd name="connsiteY1" fmla="*/ 0 h 1145762"/>
                <a:gd name="connsiteX2" fmla="*/ 0 w 1145857"/>
                <a:gd name="connsiteY2" fmla="*/ 1145762 h 1145762"/>
                <a:gd name="connsiteX3" fmla="*/ 1145858 w 1145857"/>
                <a:gd name="connsiteY3" fmla="*/ 1145762 h 1145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7" h="1145762">
                  <a:moveTo>
                    <a:pt x="1145858" y="1145762"/>
                  </a:moveTo>
                  <a:lnTo>
                    <a:pt x="0" y="0"/>
                  </a:lnTo>
                  <a:lnTo>
                    <a:pt x="0" y="1145762"/>
                  </a:lnTo>
                  <a:lnTo>
                    <a:pt x="1145858" y="1145762"/>
                  </a:lnTo>
                  <a:close/>
                </a:path>
              </a:pathLst>
            </a:custGeom>
            <a:solidFill>
              <a:srgbClr val="1062F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AE5D0604-71A4-3262-6777-C26A1E4BED09}"/>
                </a:ext>
              </a:extLst>
            </p:cNvPr>
            <p:cNvGrpSpPr/>
            <p:nvPr userDrawn="1"/>
          </p:nvGrpSpPr>
          <p:grpSpPr>
            <a:xfrm>
              <a:off x="19116217" y="8045049"/>
              <a:ext cx="4688346" cy="3575323"/>
              <a:chOff x="18665871" y="6353812"/>
              <a:chExt cx="4688346" cy="3575323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EC8CEC6E-2EF3-9151-AD14-A5B1C424012D}"/>
                  </a:ext>
                </a:extLst>
              </p:cNvPr>
              <p:cNvSpPr/>
              <p:nvPr/>
            </p:nvSpPr>
            <p:spPr>
              <a:xfrm>
                <a:off x="20228520" y="6353812"/>
                <a:ext cx="692824" cy="696764"/>
              </a:xfrm>
              <a:custGeom>
                <a:avLst/>
                <a:gdLst>
                  <a:gd name="connsiteX0" fmla="*/ 602933 w 602932"/>
                  <a:gd name="connsiteY0" fmla="*/ 303181 h 606361"/>
                  <a:gd name="connsiteX1" fmla="*/ 301466 w 602932"/>
                  <a:gd name="connsiteY1" fmla="*/ 606362 h 606361"/>
                  <a:gd name="connsiteX2" fmla="*/ 0 w 602932"/>
                  <a:gd name="connsiteY2" fmla="*/ 303181 h 606361"/>
                  <a:gd name="connsiteX3" fmla="*/ 301466 w 602932"/>
                  <a:gd name="connsiteY3" fmla="*/ 0 h 606361"/>
                  <a:gd name="connsiteX4" fmla="*/ 602933 w 602932"/>
                  <a:gd name="connsiteY4" fmla="*/ 303181 h 606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2932" h="606361">
                    <a:moveTo>
                      <a:pt x="602933" y="303181"/>
                    </a:moveTo>
                    <a:cubicBezTo>
                      <a:pt x="602933" y="470623"/>
                      <a:pt x="467962" y="606362"/>
                      <a:pt x="301466" y="606362"/>
                    </a:cubicBezTo>
                    <a:cubicBezTo>
                      <a:pt x="134971" y="606362"/>
                      <a:pt x="0" y="470623"/>
                      <a:pt x="0" y="303181"/>
                    </a:cubicBezTo>
                    <a:cubicBezTo>
                      <a:pt x="0" y="135739"/>
                      <a:pt x="134971" y="0"/>
                      <a:pt x="301466" y="0"/>
                    </a:cubicBezTo>
                    <a:cubicBezTo>
                      <a:pt x="467962" y="0"/>
                      <a:pt x="602933" y="135739"/>
                      <a:pt x="602933" y="303181"/>
                    </a:cubicBez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98B6CDA-933B-C2CE-5627-85D68933F21B}"/>
                  </a:ext>
                </a:extLst>
              </p:cNvPr>
              <p:cNvSpPr/>
              <p:nvPr/>
            </p:nvSpPr>
            <p:spPr>
              <a:xfrm>
                <a:off x="21098546" y="6353812"/>
                <a:ext cx="692824" cy="696764"/>
              </a:xfrm>
              <a:custGeom>
                <a:avLst/>
                <a:gdLst>
                  <a:gd name="connsiteX0" fmla="*/ 602933 w 602932"/>
                  <a:gd name="connsiteY0" fmla="*/ 303181 h 606361"/>
                  <a:gd name="connsiteX1" fmla="*/ 301466 w 602932"/>
                  <a:gd name="connsiteY1" fmla="*/ 606362 h 606361"/>
                  <a:gd name="connsiteX2" fmla="*/ 0 w 602932"/>
                  <a:gd name="connsiteY2" fmla="*/ 303181 h 606361"/>
                  <a:gd name="connsiteX3" fmla="*/ 301466 w 602932"/>
                  <a:gd name="connsiteY3" fmla="*/ 0 h 606361"/>
                  <a:gd name="connsiteX4" fmla="*/ 602933 w 602932"/>
                  <a:gd name="connsiteY4" fmla="*/ 303181 h 606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2932" h="606361">
                    <a:moveTo>
                      <a:pt x="602933" y="303181"/>
                    </a:moveTo>
                    <a:cubicBezTo>
                      <a:pt x="602933" y="470623"/>
                      <a:pt x="467962" y="606362"/>
                      <a:pt x="301466" y="606362"/>
                    </a:cubicBezTo>
                    <a:cubicBezTo>
                      <a:pt x="134971" y="606362"/>
                      <a:pt x="0" y="470623"/>
                      <a:pt x="0" y="303181"/>
                    </a:cubicBezTo>
                    <a:cubicBezTo>
                      <a:pt x="0" y="135739"/>
                      <a:pt x="134971" y="0"/>
                      <a:pt x="301466" y="0"/>
                    </a:cubicBezTo>
                    <a:cubicBezTo>
                      <a:pt x="467962" y="0"/>
                      <a:pt x="602933" y="135739"/>
                      <a:pt x="602933" y="303181"/>
                    </a:cubicBez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F1A88E81-4E6F-DCE8-E2C2-C3BCBC558A77}"/>
                  </a:ext>
                </a:extLst>
              </p:cNvPr>
              <p:cNvSpPr/>
              <p:nvPr/>
            </p:nvSpPr>
            <p:spPr>
              <a:xfrm>
                <a:off x="18665871" y="7515196"/>
                <a:ext cx="1591215" cy="1715533"/>
              </a:xfrm>
              <a:custGeom>
                <a:avLst/>
                <a:gdLst>
                  <a:gd name="connsiteX0" fmla="*/ 358156 w 1384760"/>
                  <a:gd name="connsiteY0" fmla="*/ 455676 h 1492948"/>
                  <a:gd name="connsiteX1" fmla="*/ 16 w 1384760"/>
                  <a:gd name="connsiteY1" fmla="*/ 962787 h 1492948"/>
                  <a:gd name="connsiteX2" fmla="*/ 528367 w 1384760"/>
                  <a:gd name="connsiteY2" fmla="*/ 1492949 h 1492948"/>
                  <a:gd name="connsiteX3" fmla="*/ 1039004 w 1384760"/>
                  <a:gd name="connsiteY3" fmla="*/ 1102900 h 1492948"/>
                  <a:gd name="connsiteX4" fmla="*/ 1384761 w 1384760"/>
                  <a:gd name="connsiteY4" fmla="*/ 0 h 1492948"/>
                  <a:gd name="connsiteX5" fmla="*/ 358156 w 1384760"/>
                  <a:gd name="connsiteY5" fmla="*/ 455676 h 1492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4760" h="1492948">
                    <a:moveTo>
                      <a:pt x="358156" y="455676"/>
                    </a:moveTo>
                    <a:cubicBezTo>
                      <a:pt x="150702" y="547878"/>
                      <a:pt x="-1793" y="714566"/>
                      <a:pt x="16" y="962787"/>
                    </a:cubicBezTo>
                    <a:cubicBezTo>
                      <a:pt x="16" y="1255395"/>
                      <a:pt x="237570" y="1492949"/>
                      <a:pt x="528367" y="1492949"/>
                    </a:cubicBezTo>
                    <a:cubicBezTo>
                      <a:pt x="819166" y="1492949"/>
                      <a:pt x="973472" y="1299686"/>
                      <a:pt x="1039004" y="1102900"/>
                    </a:cubicBezTo>
                    <a:lnTo>
                      <a:pt x="1384761" y="0"/>
                    </a:lnTo>
                    <a:lnTo>
                      <a:pt x="358156" y="455676"/>
                    </a:ln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874D3F4-95F3-B3B2-1746-FEECEA5BA626}"/>
                  </a:ext>
                </a:extLst>
              </p:cNvPr>
              <p:cNvSpPr/>
              <p:nvPr/>
            </p:nvSpPr>
            <p:spPr>
              <a:xfrm>
                <a:off x="21762911" y="7515196"/>
                <a:ext cx="1591306" cy="1715533"/>
              </a:xfrm>
              <a:custGeom>
                <a:avLst/>
                <a:gdLst>
                  <a:gd name="connsiteX0" fmla="*/ 1026605 w 1384839"/>
                  <a:gd name="connsiteY0" fmla="*/ 455676 h 1492948"/>
                  <a:gd name="connsiteX1" fmla="*/ 0 w 1384839"/>
                  <a:gd name="connsiteY1" fmla="*/ 0 h 1492948"/>
                  <a:gd name="connsiteX2" fmla="*/ 345758 w 1384839"/>
                  <a:gd name="connsiteY2" fmla="*/ 1102900 h 1492948"/>
                  <a:gd name="connsiteX3" fmla="*/ 858203 w 1384839"/>
                  <a:gd name="connsiteY3" fmla="*/ 1492949 h 1492948"/>
                  <a:gd name="connsiteX4" fmla="*/ 1384840 w 1384839"/>
                  <a:gd name="connsiteY4" fmla="*/ 962787 h 1492948"/>
                  <a:gd name="connsiteX5" fmla="*/ 1026700 w 1384839"/>
                  <a:gd name="connsiteY5" fmla="*/ 455676 h 1492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4839" h="1492948">
                    <a:moveTo>
                      <a:pt x="1026605" y="455676"/>
                    </a:moveTo>
                    <a:lnTo>
                      <a:pt x="0" y="0"/>
                    </a:lnTo>
                    <a:lnTo>
                      <a:pt x="345758" y="1102900"/>
                    </a:lnTo>
                    <a:cubicBezTo>
                      <a:pt x="411385" y="1299686"/>
                      <a:pt x="578073" y="1492949"/>
                      <a:pt x="858203" y="1492949"/>
                    </a:cubicBezTo>
                    <a:cubicBezTo>
                      <a:pt x="1138333" y="1492949"/>
                      <a:pt x="1384840" y="1255300"/>
                      <a:pt x="1384840" y="962787"/>
                    </a:cubicBezTo>
                    <a:cubicBezTo>
                      <a:pt x="1384840" y="714566"/>
                      <a:pt x="1234155" y="547878"/>
                      <a:pt x="1026700" y="455676"/>
                    </a:cubicBez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CF92CEBD-3053-5B9E-A1FB-D34D266A91CA}"/>
                  </a:ext>
                </a:extLst>
              </p:cNvPr>
              <p:cNvSpPr/>
              <p:nvPr/>
            </p:nvSpPr>
            <p:spPr>
              <a:xfrm>
                <a:off x="20328449" y="7195271"/>
                <a:ext cx="1363101" cy="436052"/>
              </a:xfrm>
              <a:custGeom>
                <a:avLst/>
                <a:gdLst>
                  <a:gd name="connsiteX0" fmla="*/ 0 w 1186243"/>
                  <a:gd name="connsiteY0" fmla="*/ 379476 h 379476"/>
                  <a:gd name="connsiteX1" fmla="*/ 1186244 w 1186243"/>
                  <a:gd name="connsiteY1" fmla="*/ 379476 h 379476"/>
                  <a:gd name="connsiteX2" fmla="*/ 592265 w 1186243"/>
                  <a:gd name="connsiteY2" fmla="*/ 0 h 379476"/>
                  <a:gd name="connsiteX3" fmla="*/ 0 w 1186243"/>
                  <a:gd name="connsiteY3" fmla="*/ 379476 h 379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6243" h="379476">
                    <a:moveTo>
                      <a:pt x="0" y="379476"/>
                    </a:moveTo>
                    <a:lnTo>
                      <a:pt x="1186244" y="379476"/>
                    </a:lnTo>
                    <a:cubicBezTo>
                      <a:pt x="1081658" y="156020"/>
                      <a:pt x="854678" y="0"/>
                      <a:pt x="592265" y="0"/>
                    </a:cubicBezTo>
                    <a:cubicBezTo>
                      <a:pt x="329851" y="0"/>
                      <a:pt x="104680" y="156020"/>
                      <a:pt x="0" y="379476"/>
                    </a:cubicBez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564CE5C-12FD-B249-1D0D-F2A069CD6792}"/>
                  </a:ext>
                </a:extLst>
              </p:cNvPr>
              <p:cNvSpPr/>
              <p:nvPr/>
            </p:nvSpPr>
            <p:spPr>
              <a:xfrm>
                <a:off x="20257087" y="7981786"/>
                <a:ext cx="1505716" cy="405405"/>
              </a:xfrm>
              <a:custGeom>
                <a:avLst/>
                <a:gdLst>
                  <a:gd name="connsiteX0" fmla="*/ 0 w 1310354"/>
                  <a:gd name="connsiteY0" fmla="*/ 0 h 352805"/>
                  <a:gd name="connsiteX1" fmla="*/ 1310354 w 1310354"/>
                  <a:gd name="connsiteY1" fmla="*/ 0 h 352805"/>
                  <a:gd name="connsiteX2" fmla="*/ 1310354 w 1310354"/>
                  <a:gd name="connsiteY2" fmla="*/ 352806 h 352805"/>
                  <a:gd name="connsiteX3" fmla="*/ 0 w 1310354"/>
                  <a:gd name="connsiteY3" fmla="*/ 352806 h 352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10354" h="352805">
                    <a:moveTo>
                      <a:pt x="0" y="0"/>
                    </a:moveTo>
                    <a:lnTo>
                      <a:pt x="1310354" y="0"/>
                    </a:lnTo>
                    <a:lnTo>
                      <a:pt x="1310354" y="352806"/>
                    </a:lnTo>
                    <a:lnTo>
                      <a:pt x="0" y="352806"/>
                    </a:ln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843E3C8-1E4C-DCB0-2AE2-A81D7CB66805}"/>
                  </a:ext>
                </a:extLst>
              </p:cNvPr>
              <p:cNvSpPr/>
              <p:nvPr/>
            </p:nvSpPr>
            <p:spPr>
              <a:xfrm>
                <a:off x="20257087" y="8737653"/>
                <a:ext cx="1505716" cy="405405"/>
              </a:xfrm>
              <a:custGeom>
                <a:avLst/>
                <a:gdLst>
                  <a:gd name="connsiteX0" fmla="*/ 0 w 1310354"/>
                  <a:gd name="connsiteY0" fmla="*/ 0 h 352805"/>
                  <a:gd name="connsiteX1" fmla="*/ 1310354 w 1310354"/>
                  <a:gd name="connsiteY1" fmla="*/ 0 h 352805"/>
                  <a:gd name="connsiteX2" fmla="*/ 1310354 w 1310354"/>
                  <a:gd name="connsiteY2" fmla="*/ 352806 h 352805"/>
                  <a:gd name="connsiteX3" fmla="*/ 0 w 1310354"/>
                  <a:gd name="connsiteY3" fmla="*/ 352806 h 352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10354" h="352805">
                    <a:moveTo>
                      <a:pt x="0" y="0"/>
                    </a:moveTo>
                    <a:lnTo>
                      <a:pt x="1310354" y="0"/>
                    </a:lnTo>
                    <a:lnTo>
                      <a:pt x="1310354" y="352806"/>
                    </a:lnTo>
                    <a:lnTo>
                      <a:pt x="0" y="352806"/>
                    </a:ln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79BE9E2B-4614-4D59-8F8C-EC0679543296}"/>
                  </a:ext>
                </a:extLst>
              </p:cNvPr>
              <p:cNvSpPr/>
              <p:nvPr/>
            </p:nvSpPr>
            <p:spPr>
              <a:xfrm>
                <a:off x="20328558" y="9493084"/>
                <a:ext cx="1363101" cy="436051"/>
              </a:xfrm>
              <a:custGeom>
                <a:avLst/>
                <a:gdLst>
                  <a:gd name="connsiteX0" fmla="*/ 593979 w 1186243"/>
                  <a:gd name="connsiteY0" fmla="*/ 379476 h 379475"/>
                  <a:gd name="connsiteX1" fmla="*/ 1186244 w 1186243"/>
                  <a:gd name="connsiteY1" fmla="*/ 0 h 379475"/>
                  <a:gd name="connsiteX2" fmla="*/ 0 w 1186243"/>
                  <a:gd name="connsiteY2" fmla="*/ 0 h 379475"/>
                  <a:gd name="connsiteX3" fmla="*/ 593979 w 1186243"/>
                  <a:gd name="connsiteY3" fmla="*/ 379476 h 379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6243" h="379475">
                    <a:moveTo>
                      <a:pt x="593979" y="379476"/>
                    </a:moveTo>
                    <a:cubicBezTo>
                      <a:pt x="856393" y="379476"/>
                      <a:pt x="1081563" y="223456"/>
                      <a:pt x="1186244" y="0"/>
                    </a:cubicBezTo>
                    <a:lnTo>
                      <a:pt x="0" y="0"/>
                    </a:lnTo>
                    <a:cubicBezTo>
                      <a:pt x="104584" y="223456"/>
                      <a:pt x="331565" y="379476"/>
                      <a:pt x="593979" y="379476"/>
                    </a:cubicBezTo>
                    <a:close/>
                  </a:path>
                </a:pathLst>
              </a:custGeom>
              <a:solidFill>
                <a:srgbClr val="A46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9D554C5-4D78-A521-DE6D-6976CCC21952}"/>
                </a:ext>
              </a:extLst>
            </p:cNvPr>
            <p:cNvGrpSpPr/>
            <p:nvPr userDrawn="1"/>
          </p:nvGrpSpPr>
          <p:grpSpPr>
            <a:xfrm>
              <a:off x="18629724" y="3527195"/>
              <a:ext cx="2587419" cy="2587313"/>
              <a:chOff x="18629724" y="3527195"/>
              <a:chExt cx="2587419" cy="2587313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5A806E2-6E9A-03EC-ECFB-67CA83F60271}"/>
                  </a:ext>
                </a:extLst>
              </p:cNvPr>
              <p:cNvSpPr/>
              <p:nvPr/>
            </p:nvSpPr>
            <p:spPr>
              <a:xfrm>
                <a:off x="18629724" y="4820852"/>
                <a:ext cx="1293763" cy="1293656"/>
              </a:xfrm>
              <a:custGeom>
                <a:avLst/>
                <a:gdLst>
                  <a:gd name="connsiteX0" fmla="*/ 0 w 1145857"/>
                  <a:gd name="connsiteY0" fmla="*/ 1145762 h 1145762"/>
                  <a:gd name="connsiteX1" fmla="*/ 1145858 w 1145857"/>
                  <a:gd name="connsiteY1" fmla="*/ 1145762 h 1145762"/>
                  <a:gd name="connsiteX2" fmla="*/ 0 w 1145857"/>
                  <a:gd name="connsiteY2" fmla="*/ 0 h 1145762"/>
                  <a:gd name="connsiteX3" fmla="*/ 0 w 1145857"/>
                  <a:gd name="connsiteY3" fmla="*/ 1145762 h 114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857" h="1145762">
                    <a:moveTo>
                      <a:pt x="0" y="1145762"/>
                    </a:moveTo>
                    <a:lnTo>
                      <a:pt x="1145858" y="1145762"/>
                    </a:lnTo>
                    <a:lnTo>
                      <a:pt x="0" y="0"/>
                    </a:lnTo>
                    <a:lnTo>
                      <a:pt x="0" y="1145762"/>
                    </a:lnTo>
                    <a:close/>
                  </a:path>
                </a:pathLst>
              </a:custGeom>
              <a:solidFill>
                <a:srgbClr val="FA4D5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34F7C97-D53E-0D16-A284-6ADEFE52914F}"/>
                  </a:ext>
                </a:extLst>
              </p:cNvPr>
              <p:cNvSpPr/>
              <p:nvPr/>
            </p:nvSpPr>
            <p:spPr>
              <a:xfrm>
                <a:off x="18629724" y="3527195"/>
                <a:ext cx="1293763" cy="1293656"/>
              </a:xfrm>
              <a:custGeom>
                <a:avLst/>
                <a:gdLst>
                  <a:gd name="connsiteX0" fmla="*/ 0 w 1145857"/>
                  <a:gd name="connsiteY0" fmla="*/ 0 h 1145762"/>
                  <a:gd name="connsiteX1" fmla="*/ 0 w 1145857"/>
                  <a:gd name="connsiteY1" fmla="*/ 1145762 h 1145762"/>
                  <a:gd name="connsiteX2" fmla="*/ 1145858 w 1145857"/>
                  <a:gd name="connsiteY2" fmla="*/ 0 h 1145762"/>
                  <a:gd name="connsiteX3" fmla="*/ 0 w 1145857"/>
                  <a:gd name="connsiteY3" fmla="*/ 0 h 114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857" h="1145762">
                    <a:moveTo>
                      <a:pt x="0" y="0"/>
                    </a:moveTo>
                    <a:lnTo>
                      <a:pt x="0" y="1145762"/>
                    </a:lnTo>
                    <a:lnTo>
                      <a:pt x="114585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4D5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CE339-B37E-CC68-C265-877A24B1FFBA}"/>
                  </a:ext>
                </a:extLst>
              </p:cNvPr>
              <p:cNvSpPr/>
              <p:nvPr/>
            </p:nvSpPr>
            <p:spPr>
              <a:xfrm>
                <a:off x="19923487" y="3527195"/>
                <a:ext cx="1293656" cy="1293656"/>
              </a:xfrm>
              <a:custGeom>
                <a:avLst/>
                <a:gdLst>
                  <a:gd name="connsiteX0" fmla="*/ 0 w 1145762"/>
                  <a:gd name="connsiteY0" fmla="*/ 0 h 1145762"/>
                  <a:gd name="connsiteX1" fmla="*/ 1145762 w 1145762"/>
                  <a:gd name="connsiteY1" fmla="*/ 1145762 h 1145762"/>
                  <a:gd name="connsiteX2" fmla="*/ 1145762 w 1145762"/>
                  <a:gd name="connsiteY2" fmla="*/ 0 h 1145762"/>
                  <a:gd name="connsiteX3" fmla="*/ 0 w 1145762"/>
                  <a:gd name="connsiteY3" fmla="*/ 0 h 114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762" h="1145762">
                    <a:moveTo>
                      <a:pt x="0" y="0"/>
                    </a:moveTo>
                    <a:lnTo>
                      <a:pt x="1145762" y="1145762"/>
                    </a:lnTo>
                    <a:lnTo>
                      <a:pt x="11457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4D5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18D16EF-9D55-AE23-E4CE-EE677917EACB}"/>
                  </a:ext>
                </a:extLst>
              </p:cNvPr>
              <p:cNvSpPr/>
              <p:nvPr/>
            </p:nvSpPr>
            <p:spPr>
              <a:xfrm>
                <a:off x="19923487" y="4820852"/>
                <a:ext cx="1293656" cy="1293656"/>
              </a:xfrm>
              <a:custGeom>
                <a:avLst/>
                <a:gdLst>
                  <a:gd name="connsiteX0" fmla="*/ 1145762 w 1145762"/>
                  <a:gd name="connsiteY0" fmla="*/ 1145762 h 1145762"/>
                  <a:gd name="connsiteX1" fmla="*/ 1145762 w 1145762"/>
                  <a:gd name="connsiteY1" fmla="*/ 0 h 1145762"/>
                  <a:gd name="connsiteX2" fmla="*/ 0 w 1145762"/>
                  <a:gd name="connsiteY2" fmla="*/ 1145762 h 1145762"/>
                  <a:gd name="connsiteX3" fmla="*/ 1145762 w 1145762"/>
                  <a:gd name="connsiteY3" fmla="*/ 1145762 h 114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5762" h="1145762">
                    <a:moveTo>
                      <a:pt x="1145762" y="1145762"/>
                    </a:moveTo>
                    <a:lnTo>
                      <a:pt x="1145762" y="0"/>
                    </a:lnTo>
                    <a:lnTo>
                      <a:pt x="0" y="1145762"/>
                    </a:lnTo>
                    <a:lnTo>
                      <a:pt x="1145762" y="1145762"/>
                    </a:lnTo>
                    <a:close/>
                  </a:path>
                </a:pathLst>
              </a:custGeom>
              <a:solidFill>
                <a:srgbClr val="FA4D5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C7BFF6C-B251-D366-5456-A88198077E4E}"/>
                </a:ext>
              </a:extLst>
            </p:cNvPr>
            <p:cNvSpPr/>
            <p:nvPr userDrawn="1"/>
          </p:nvSpPr>
          <p:spPr>
            <a:xfrm>
              <a:off x="21217143" y="939775"/>
              <a:ext cx="1293763" cy="2587419"/>
            </a:xfrm>
            <a:custGeom>
              <a:avLst/>
              <a:gdLst>
                <a:gd name="connsiteX0" fmla="*/ 1145858 w 1145857"/>
                <a:gd name="connsiteY0" fmla="*/ 1145762 h 2291619"/>
                <a:gd name="connsiteX1" fmla="*/ 0 w 1145857"/>
                <a:gd name="connsiteY1" fmla="*/ 0 h 2291619"/>
                <a:gd name="connsiteX2" fmla="*/ 0 w 1145857"/>
                <a:gd name="connsiteY2" fmla="*/ 2291620 h 2291619"/>
                <a:gd name="connsiteX3" fmla="*/ 1145762 w 1145857"/>
                <a:gd name="connsiteY3" fmla="*/ 1145858 h 229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857" h="2291619">
                  <a:moveTo>
                    <a:pt x="1145858" y="1145762"/>
                  </a:moveTo>
                  <a:cubicBezTo>
                    <a:pt x="1145858" y="513112"/>
                    <a:pt x="632746" y="0"/>
                    <a:pt x="0" y="0"/>
                  </a:cubicBezTo>
                  <a:lnTo>
                    <a:pt x="0" y="2291620"/>
                  </a:lnTo>
                  <a:cubicBezTo>
                    <a:pt x="632746" y="2291620"/>
                    <a:pt x="1145762" y="1778699"/>
                    <a:pt x="1145762" y="1145858"/>
                  </a:cubicBezTo>
                  <a:close/>
                </a:path>
              </a:pathLst>
            </a:custGeom>
            <a:solidFill>
              <a:srgbClr val="0ABDB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5E291BF-A9FF-E67A-5CF9-D17412BE7D09}"/>
                </a:ext>
              </a:extLst>
            </p:cNvPr>
            <p:cNvSpPr/>
            <p:nvPr userDrawn="1"/>
          </p:nvSpPr>
          <p:spPr>
            <a:xfrm>
              <a:off x="22510907" y="939775"/>
              <a:ext cx="1293656" cy="2587419"/>
            </a:xfrm>
            <a:custGeom>
              <a:avLst/>
              <a:gdLst>
                <a:gd name="connsiteX0" fmla="*/ 1145762 w 1145762"/>
                <a:gd name="connsiteY0" fmla="*/ 2291620 h 2291619"/>
                <a:gd name="connsiteX1" fmla="*/ 1145762 w 1145762"/>
                <a:gd name="connsiteY1" fmla="*/ 0 h 2291619"/>
                <a:gd name="connsiteX2" fmla="*/ 0 w 1145762"/>
                <a:gd name="connsiteY2" fmla="*/ 1145762 h 2291619"/>
                <a:gd name="connsiteX3" fmla="*/ 1145762 w 1145762"/>
                <a:gd name="connsiteY3" fmla="*/ 2291525 h 2291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5762" h="2291619">
                  <a:moveTo>
                    <a:pt x="1145762" y="2291620"/>
                  </a:moveTo>
                  <a:lnTo>
                    <a:pt x="1145762" y="0"/>
                  </a:lnTo>
                  <a:cubicBezTo>
                    <a:pt x="513016" y="0"/>
                    <a:pt x="0" y="513112"/>
                    <a:pt x="0" y="1145762"/>
                  </a:cubicBezTo>
                  <a:cubicBezTo>
                    <a:pt x="0" y="1778413"/>
                    <a:pt x="513112" y="2291525"/>
                    <a:pt x="1145762" y="2291525"/>
                  </a:cubicBezTo>
                  <a:close/>
                </a:path>
              </a:pathLst>
            </a:custGeom>
            <a:solidFill>
              <a:srgbClr val="0ABDB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65723C4-9949-A789-0B35-B727B72E3A78}"/>
                </a:ext>
              </a:extLst>
            </p:cNvPr>
            <p:cNvSpPr/>
            <p:nvPr userDrawn="1"/>
          </p:nvSpPr>
          <p:spPr>
            <a:xfrm>
              <a:off x="19059687" y="2464761"/>
              <a:ext cx="211432" cy="211217"/>
            </a:xfrm>
            <a:custGeom>
              <a:avLst/>
              <a:gdLst>
                <a:gd name="connsiteX0" fmla="*/ 38100 w 187261"/>
                <a:gd name="connsiteY0" fmla="*/ 187071 h 187070"/>
                <a:gd name="connsiteX1" fmla="*/ 93631 w 187261"/>
                <a:gd name="connsiteY1" fmla="*/ 131540 h 187070"/>
                <a:gd name="connsiteX2" fmla="*/ 149257 w 187261"/>
                <a:gd name="connsiteY2" fmla="*/ 187071 h 187070"/>
                <a:gd name="connsiteX3" fmla="*/ 187262 w 187261"/>
                <a:gd name="connsiteY3" fmla="*/ 149162 h 187070"/>
                <a:gd name="connsiteX4" fmla="*/ 131636 w 187261"/>
                <a:gd name="connsiteY4" fmla="*/ 93535 h 187070"/>
                <a:gd name="connsiteX5" fmla="*/ 187262 w 187261"/>
                <a:gd name="connsiteY5" fmla="*/ 37909 h 187070"/>
                <a:gd name="connsiteX6" fmla="*/ 149257 w 187261"/>
                <a:gd name="connsiteY6" fmla="*/ 0 h 187070"/>
                <a:gd name="connsiteX7" fmla="*/ 93631 w 187261"/>
                <a:gd name="connsiteY7" fmla="*/ 55531 h 187070"/>
                <a:gd name="connsiteX8" fmla="*/ 38100 w 187261"/>
                <a:gd name="connsiteY8" fmla="*/ 0 h 187070"/>
                <a:gd name="connsiteX9" fmla="*/ 0 w 187261"/>
                <a:gd name="connsiteY9" fmla="*/ 37909 h 187070"/>
                <a:gd name="connsiteX10" fmla="*/ 55626 w 187261"/>
                <a:gd name="connsiteY10" fmla="*/ 93535 h 187070"/>
                <a:gd name="connsiteX11" fmla="*/ 0 w 187261"/>
                <a:gd name="connsiteY11" fmla="*/ 149162 h 187070"/>
                <a:gd name="connsiteX12" fmla="*/ 38100 w 187261"/>
                <a:gd name="connsiteY12" fmla="*/ 187071 h 18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7261" h="187070">
                  <a:moveTo>
                    <a:pt x="38100" y="187071"/>
                  </a:moveTo>
                  <a:lnTo>
                    <a:pt x="93631" y="131540"/>
                  </a:lnTo>
                  <a:lnTo>
                    <a:pt x="149257" y="187071"/>
                  </a:lnTo>
                  <a:lnTo>
                    <a:pt x="187262" y="149162"/>
                  </a:lnTo>
                  <a:lnTo>
                    <a:pt x="131636" y="93535"/>
                  </a:lnTo>
                  <a:lnTo>
                    <a:pt x="187262" y="37909"/>
                  </a:lnTo>
                  <a:lnTo>
                    <a:pt x="149257" y="0"/>
                  </a:lnTo>
                  <a:lnTo>
                    <a:pt x="93631" y="55531"/>
                  </a:lnTo>
                  <a:lnTo>
                    <a:pt x="38100" y="0"/>
                  </a:lnTo>
                  <a:lnTo>
                    <a:pt x="0" y="37909"/>
                  </a:lnTo>
                  <a:lnTo>
                    <a:pt x="55626" y="93535"/>
                  </a:lnTo>
                  <a:lnTo>
                    <a:pt x="0" y="149162"/>
                  </a:lnTo>
                  <a:lnTo>
                    <a:pt x="38100" y="18707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A7F88A4-A960-85A9-3922-B941EE48E198}"/>
                </a:ext>
              </a:extLst>
            </p:cNvPr>
            <p:cNvSpPr/>
            <p:nvPr userDrawn="1"/>
          </p:nvSpPr>
          <p:spPr>
            <a:xfrm>
              <a:off x="20660061" y="2127822"/>
              <a:ext cx="211325" cy="211325"/>
            </a:xfrm>
            <a:custGeom>
              <a:avLst/>
              <a:gdLst>
                <a:gd name="connsiteX0" fmla="*/ 149162 w 187166"/>
                <a:gd name="connsiteY0" fmla="*/ 0 h 187166"/>
                <a:gd name="connsiteX1" fmla="*/ 93536 w 187166"/>
                <a:gd name="connsiteY1" fmla="*/ 55531 h 187166"/>
                <a:gd name="connsiteX2" fmla="*/ 38005 w 187166"/>
                <a:gd name="connsiteY2" fmla="*/ 0 h 187166"/>
                <a:gd name="connsiteX3" fmla="*/ 0 w 187166"/>
                <a:gd name="connsiteY3" fmla="*/ 37909 h 187166"/>
                <a:gd name="connsiteX4" fmla="*/ 55626 w 187166"/>
                <a:gd name="connsiteY4" fmla="*/ 93536 h 187166"/>
                <a:gd name="connsiteX5" fmla="*/ 0 w 187166"/>
                <a:gd name="connsiteY5" fmla="*/ 149161 h 187166"/>
                <a:gd name="connsiteX6" fmla="*/ 38005 w 187166"/>
                <a:gd name="connsiteY6" fmla="*/ 187166 h 187166"/>
                <a:gd name="connsiteX7" fmla="*/ 93536 w 187166"/>
                <a:gd name="connsiteY7" fmla="*/ 131540 h 187166"/>
                <a:gd name="connsiteX8" fmla="*/ 149162 w 187166"/>
                <a:gd name="connsiteY8" fmla="*/ 187166 h 187166"/>
                <a:gd name="connsiteX9" fmla="*/ 187166 w 187166"/>
                <a:gd name="connsiteY9" fmla="*/ 149161 h 187166"/>
                <a:gd name="connsiteX10" fmla="*/ 131540 w 187166"/>
                <a:gd name="connsiteY10" fmla="*/ 93536 h 187166"/>
                <a:gd name="connsiteX11" fmla="*/ 187166 w 187166"/>
                <a:gd name="connsiteY11" fmla="*/ 37909 h 187166"/>
                <a:gd name="connsiteX12" fmla="*/ 149162 w 187166"/>
                <a:gd name="connsiteY12" fmla="*/ 0 h 187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7166" h="187166">
                  <a:moveTo>
                    <a:pt x="149162" y="0"/>
                  </a:moveTo>
                  <a:lnTo>
                    <a:pt x="93536" y="55531"/>
                  </a:lnTo>
                  <a:lnTo>
                    <a:pt x="38005" y="0"/>
                  </a:lnTo>
                  <a:lnTo>
                    <a:pt x="0" y="37909"/>
                  </a:lnTo>
                  <a:lnTo>
                    <a:pt x="55626" y="93536"/>
                  </a:lnTo>
                  <a:lnTo>
                    <a:pt x="0" y="149161"/>
                  </a:lnTo>
                  <a:lnTo>
                    <a:pt x="38005" y="187166"/>
                  </a:lnTo>
                  <a:lnTo>
                    <a:pt x="93536" y="131540"/>
                  </a:lnTo>
                  <a:lnTo>
                    <a:pt x="149162" y="187166"/>
                  </a:lnTo>
                  <a:lnTo>
                    <a:pt x="187166" y="149161"/>
                  </a:lnTo>
                  <a:lnTo>
                    <a:pt x="131540" y="93536"/>
                  </a:lnTo>
                  <a:lnTo>
                    <a:pt x="187166" y="37909"/>
                  </a:lnTo>
                  <a:lnTo>
                    <a:pt x="149162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0529A54-DBAB-0013-DE16-8EA9BCE6137E}"/>
                </a:ext>
              </a:extLst>
            </p:cNvPr>
            <p:cNvSpPr/>
            <p:nvPr userDrawn="1"/>
          </p:nvSpPr>
          <p:spPr>
            <a:xfrm>
              <a:off x="18629724" y="939775"/>
              <a:ext cx="2587527" cy="2587312"/>
            </a:xfrm>
            <a:custGeom>
              <a:avLst/>
              <a:gdLst>
                <a:gd name="connsiteX0" fmla="*/ 2237899 w 2291715"/>
                <a:gd name="connsiteY0" fmla="*/ 1145762 h 2291524"/>
                <a:gd name="connsiteX1" fmla="*/ 1145858 w 2291715"/>
                <a:gd name="connsiteY1" fmla="*/ 2237899 h 2291524"/>
                <a:gd name="connsiteX2" fmla="*/ 53721 w 2291715"/>
                <a:gd name="connsiteY2" fmla="*/ 1145762 h 2291524"/>
                <a:gd name="connsiteX3" fmla="*/ 1145858 w 2291715"/>
                <a:gd name="connsiteY3" fmla="*/ 53721 h 2291524"/>
                <a:gd name="connsiteX4" fmla="*/ 1898904 w 2291715"/>
                <a:gd name="connsiteY4" fmla="*/ 354806 h 2291524"/>
                <a:gd name="connsiteX5" fmla="*/ 1673066 w 2291715"/>
                <a:gd name="connsiteY5" fmla="*/ 580644 h 2291524"/>
                <a:gd name="connsiteX6" fmla="*/ 1145858 w 2291715"/>
                <a:gd name="connsiteY6" fmla="*/ 372999 h 2291524"/>
                <a:gd name="connsiteX7" fmla="*/ 372999 w 2291715"/>
                <a:gd name="connsiteY7" fmla="*/ 1145858 h 2291524"/>
                <a:gd name="connsiteX8" fmla="*/ 388715 w 2291715"/>
                <a:gd name="connsiteY8" fmla="*/ 1301496 h 2291524"/>
                <a:gd name="connsiteX9" fmla="*/ 441293 w 2291715"/>
                <a:gd name="connsiteY9" fmla="*/ 1290828 h 2291524"/>
                <a:gd name="connsiteX10" fmla="*/ 426720 w 2291715"/>
                <a:gd name="connsiteY10" fmla="*/ 1145858 h 2291524"/>
                <a:gd name="connsiteX11" fmla="*/ 1145762 w 2291715"/>
                <a:gd name="connsiteY11" fmla="*/ 426720 h 2291524"/>
                <a:gd name="connsiteX12" fmla="*/ 1634966 w 2291715"/>
                <a:gd name="connsiteY12" fmla="*/ 618744 h 2291524"/>
                <a:gd name="connsiteX13" fmla="*/ 1408938 w 2291715"/>
                <a:gd name="connsiteY13" fmla="*/ 844772 h 2291524"/>
                <a:gd name="connsiteX14" fmla="*/ 994601 w 2291715"/>
                <a:gd name="connsiteY14" fmla="*/ 776764 h 2291524"/>
                <a:gd name="connsiteX15" fmla="*/ 922020 w 2291715"/>
                <a:gd name="connsiteY15" fmla="*/ 745998 h 2291524"/>
                <a:gd name="connsiteX16" fmla="*/ 820579 w 2291715"/>
                <a:gd name="connsiteY16" fmla="*/ 847439 h 2291524"/>
                <a:gd name="connsiteX17" fmla="*/ 834295 w 2291715"/>
                <a:gd name="connsiteY17" fmla="*/ 897446 h 2291524"/>
                <a:gd name="connsiteX18" fmla="*/ 745903 w 2291715"/>
                <a:gd name="connsiteY18" fmla="*/ 1145762 h 2291524"/>
                <a:gd name="connsiteX19" fmla="*/ 1145762 w 2291715"/>
                <a:gd name="connsiteY19" fmla="*/ 1545622 h 2291524"/>
                <a:gd name="connsiteX20" fmla="*/ 1545622 w 2291715"/>
                <a:gd name="connsiteY20" fmla="*/ 1145762 h 2291524"/>
                <a:gd name="connsiteX21" fmla="*/ 1491901 w 2291715"/>
                <a:gd name="connsiteY21" fmla="*/ 1145762 h 2291524"/>
                <a:gd name="connsiteX22" fmla="*/ 1145762 w 2291715"/>
                <a:gd name="connsiteY22" fmla="*/ 1491901 h 2291524"/>
                <a:gd name="connsiteX23" fmla="*/ 799624 w 2291715"/>
                <a:gd name="connsiteY23" fmla="*/ 1145762 h 2291524"/>
                <a:gd name="connsiteX24" fmla="*/ 872585 w 2291715"/>
                <a:gd name="connsiteY24" fmla="*/ 935450 h 2291524"/>
                <a:gd name="connsiteX25" fmla="*/ 921925 w 2291715"/>
                <a:gd name="connsiteY25" fmla="*/ 948785 h 2291524"/>
                <a:gd name="connsiteX26" fmla="*/ 1023366 w 2291715"/>
                <a:gd name="connsiteY26" fmla="*/ 847344 h 2291524"/>
                <a:gd name="connsiteX27" fmla="*/ 1020413 w 2291715"/>
                <a:gd name="connsiteY27" fmla="*/ 824008 h 2291524"/>
                <a:gd name="connsiteX28" fmla="*/ 1370838 w 2291715"/>
                <a:gd name="connsiteY28" fmla="*/ 882777 h 2291524"/>
                <a:gd name="connsiteX29" fmla="*/ 1195578 w 2291715"/>
                <a:gd name="connsiteY29" fmla="*/ 1057942 h 2291524"/>
                <a:gd name="connsiteX30" fmla="*/ 1145667 w 2291715"/>
                <a:gd name="connsiteY30" fmla="*/ 1044321 h 2291524"/>
                <a:gd name="connsiteX31" fmla="*/ 1044226 w 2291715"/>
                <a:gd name="connsiteY31" fmla="*/ 1145762 h 2291524"/>
                <a:gd name="connsiteX32" fmla="*/ 1145667 w 2291715"/>
                <a:gd name="connsiteY32" fmla="*/ 1247204 h 2291524"/>
                <a:gd name="connsiteX33" fmla="*/ 1247108 w 2291715"/>
                <a:gd name="connsiteY33" fmla="*/ 1145762 h 2291524"/>
                <a:gd name="connsiteX34" fmla="*/ 1233488 w 2291715"/>
                <a:gd name="connsiteY34" fmla="*/ 1095947 h 2291524"/>
                <a:gd name="connsiteX35" fmla="*/ 2059972 w 2291715"/>
                <a:gd name="connsiteY35" fmla="*/ 269653 h 2291524"/>
                <a:gd name="connsiteX36" fmla="*/ 2021967 w 2291715"/>
                <a:gd name="connsiteY36" fmla="*/ 231743 h 2291524"/>
                <a:gd name="connsiteX37" fmla="*/ 1936909 w 2291715"/>
                <a:gd name="connsiteY37" fmla="*/ 316897 h 2291524"/>
                <a:gd name="connsiteX38" fmla="*/ 1145858 w 2291715"/>
                <a:gd name="connsiteY38" fmla="*/ 0 h 2291524"/>
                <a:gd name="connsiteX39" fmla="*/ 0 w 2291715"/>
                <a:gd name="connsiteY39" fmla="*/ 1145762 h 2291524"/>
                <a:gd name="connsiteX40" fmla="*/ 1145858 w 2291715"/>
                <a:gd name="connsiteY40" fmla="*/ 2291525 h 2291524"/>
                <a:gd name="connsiteX41" fmla="*/ 2291715 w 2291715"/>
                <a:gd name="connsiteY41" fmla="*/ 1145762 h 2291524"/>
                <a:gd name="connsiteX42" fmla="*/ 2237994 w 2291715"/>
                <a:gd name="connsiteY42" fmla="*/ 1145762 h 2291524"/>
                <a:gd name="connsiteX43" fmla="*/ 922020 w 2291715"/>
                <a:gd name="connsiteY43" fmla="*/ 895160 h 2291524"/>
                <a:gd name="connsiteX44" fmla="*/ 874300 w 2291715"/>
                <a:gd name="connsiteY44" fmla="*/ 847439 h 2291524"/>
                <a:gd name="connsiteX45" fmla="*/ 922020 w 2291715"/>
                <a:gd name="connsiteY45" fmla="*/ 799719 h 2291524"/>
                <a:gd name="connsiteX46" fmla="*/ 969740 w 2291715"/>
                <a:gd name="connsiteY46" fmla="*/ 847439 h 2291524"/>
                <a:gd name="connsiteX47" fmla="*/ 922020 w 2291715"/>
                <a:gd name="connsiteY47" fmla="*/ 895160 h 2291524"/>
                <a:gd name="connsiteX48" fmla="*/ 1145858 w 2291715"/>
                <a:gd name="connsiteY48" fmla="*/ 1193578 h 2291524"/>
                <a:gd name="connsiteX49" fmla="*/ 1098137 w 2291715"/>
                <a:gd name="connsiteY49" fmla="*/ 1145858 h 2291524"/>
                <a:gd name="connsiteX50" fmla="*/ 1145858 w 2291715"/>
                <a:gd name="connsiteY50" fmla="*/ 1098137 h 2291524"/>
                <a:gd name="connsiteX51" fmla="*/ 1193578 w 2291715"/>
                <a:gd name="connsiteY51" fmla="*/ 1145858 h 2291524"/>
                <a:gd name="connsiteX52" fmla="*/ 1145858 w 2291715"/>
                <a:gd name="connsiteY52" fmla="*/ 1193578 h 2291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291715" h="2291524">
                  <a:moveTo>
                    <a:pt x="2237899" y="1145762"/>
                  </a:moveTo>
                  <a:cubicBezTo>
                    <a:pt x="2237899" y="1747933"/>
                    <a:pt x="1748028" y="2237899"/>
                    <a:pt x="1145858" y="2237899"/>
                  </a:cubicBezTo>
                  <a:cubicBezTo>
                    <a:pt x="543687" y="2237899"/>
                    <a:pt x="53721" y="1748028"/>
                    <a:pt x="53721" y="1145762"/>
                  </a:cubicBezTo>
                  <a:cubicBezTo>
                    <a:pt x="53721" y="543497"/>
                    <a:pt x="543687" y="53721"/>
                    <a:pt x="1145858" y="53721"/>
                  </a:cubicBezTo>
                  <a:cubicBezTo>
                    <a:pt x="1428560" y="53721"/>
                    <a:pt x="1694974" y="160401"/>
                    <a:pt x="1898904" y="354806"/>
                  </a:cubicBezTo>
                  <a:lnTo>
                    <a:pt x="1673066" y="580644"/>
                  </a:lnTo>
                  <a:cubicBezTo>
                    <a:pt x="1529525" y="446532"/>
                    <a:pt x="1343311" y="372999"/>
                    <a:pt x="1145858" y="372999"/>
                  </a:cubicBezTo>
                  <a:cubicBezTo>
                    <a:pt x="719709" y="372999"/>
                    <a:pt x="372999" y="719709"/>
                    <a:pt x="372999" y="1145858"/>
                  </a:cubicBezTo>
                  <a:cubicBezTo>
                    <a:pt x="372999" y="1198150"/>
                    <a:pt x="378333" y="1250537"/>
                    <a:pt x="388715" y="1301496"/>
                  </a:cubicBezTo>
                  <a:lnTo>
                    <a:pt x="441293" y="1290828"/>
                  </a:lnTo>
                  <a:cubicBezTo>
                    <a:pt x="431578" y="1243298"/>
                    <a:pt x="426720" y="1194530"/>
                    <a:pt x="426720" y="1145858"/>
                  </a:cubicBezTo>
                  <a:cubicBezTo>
                    <a:pt x="426720" y="749332"/>
                    <a:pt x="749332" y="426720"/>
                    <a:pt x="1145762" y="426720"/>
                  </a:cubicBezTo>
                  <a:cubicBezTo>
                    <a:pt x="1328928" y="426720"/>
                    <a:pt x="1501616" y="494729"/>
                    <a:pt x="1634966" y="618744"/>
                  </a:cubicBezTo>
                  <a:lnTo>
                    <a:pt x="1408938" y="844772"/>
                  </a:lnTo>
                  <a:cubicBezTo>
                    <a:pt x="1296734" y="746474"/>
                    <a:pt x="1132332" y="720757"/>
                    <a:pt x="994601" y="776764"/>
                  </a:cubicBezTo>
                  <a:cubicBezTo>
                    <a:pt x="976122" y="757809"/>
                    <a:pt x="950500" y="745998"/>
                    <a:pt x="922020" y="745998"/>
                  </a:cubicBezTo>
                  <a:cubicBezTo>
                    <a:pt x="866108" y="745998"/>
                    <a:pt x="820579" y="791528"/>
                    <a:pt x="820579" y="847439"/>
                  </a:cubicBezTo>
                  <a:cubicBezTo>
                    <a:pt x="820579" y="865727"/>
                    <a:pt x="825818" y="882682"/>
                    <a:pt x="834295" y="897446"/>
                  </a:cubicBezTo>
                  <a:cubicBezTo>
                    <a:pt x="777907" y="968121"/>
                    <a:pt x="745903" y="1054989"/>
                    <a:pt x="745903" y="1145762"/>
                  </a:cubicBezTo>
                  <a:cubicBezTo>
                    <a:pt x="745903" y="1366266"/>
                    <a:pt x="925354" y="1545622"/>
                    <a:pt x="1145762" y="1545622"/>
                  </a:cubicBezTo>
                  <a:cubicBezTo>
                    <a:pt x="1366171" y="1545622"/>
                    <a:pt x="1545622" y="1366266"/>
                    <a:pt x="1545622" y="1145762"/>
                  </a:cubicBezTo>
                  <a:lnTo>
                    <a:pt x="1491901" y="1145762"/>
                  </a:lnTo>
                  <a:cubicBezTo>
                    <a:pt x="1491901" y="1336643"/>
                    <a:pt x="1336643" y="1491901"/>
                    <a:pt x="1145762" y="1491901"/>
                  </a:cubicBezTo>
                  <a:cubicBezTo>
                    <a:pt x="954881" y="1491901"/>
                    <a:pt x="799624" y="1336643"/>
                    <a:pt x="799624" y="1145762"/>
                  </a:cubicBezTo>
                  <a:cubicBezTo>
                    <a:pt x="799624" y="1069086"/>
                    <a:pt x="826103" y="995839"/>
                    <a:pt x="872585" y="935450"/>
                  </a:cubicBezTo>
                  <a:cubicBezTo>
                    <a:pt x="887254" y="943737"/>
                    <a:pt x="903923" y="948785"/>
                    <a:pt x="921925" y="948785"/>
                  </a:cubicBezTo>
                  <a:cubicBezTo>
                    <a:pt x="977837" y="948785"/>
                    <a:pt x="1023366" y="903256"/>
                    <a:pt x="1023366" y="847344"/>
                  </a:cubicBezTo>
                  <a:cubicBezTo>
                    <a:pt x="1023366" y="839248"/>
                    <a:pt x="1022223" y="831533"/>
                    <a:pt x="1020413" y="824008"/>
                  </a:cubicBezTo>
                  <a:cubicBezTo>
                    <a:pt x="1137190" y="778859"/>
                    <a:pt x="1275302" y="800767"/>
                    <a:pt x="1370838" y="882777"/>
                  </a:cubicBezTo>
                  <a:lnTo>
                    <a:pt x="1195578" y="1057942"/>
                  </a:lnTo>
                  <a:cubicBezTo>
                    <a:pt x="1180814" y="1049465"/>
                    <a:pt x="1163860" y="1044321"/>
                    <a:pt x="1145667" y="1044321"/>
                  </a:cubicBezTo>
                  <a:cubicBezTo>
                    <a:pt x="1089755" y="1044321"/>
                    <a:pt x="1044226" y="1089851"/>
                    <a:pt x="1044226" y="1145762"/>
                  </a:cubicBezTo>
                  <a:cubicBezTo>
                    <a:pt x="1044226" y="1201674"/>
                    <a:pt x="1089755" y="1247204"/>
                    <a:pt x="1145667" y="1247204"/>
                  </a:cubicBezTo>
                  <a:cubicBezTo>
                    <a:pt x="1201579" y="1247204"/>
                    <a:pt x="1247108" y="1201674"/>
                    <a:pt x="1247108" y="1145762"/>
                  </a:cubicBezTo>
                  <a:cubicBezTo>
                    <a:pt x="1247108" y="1127570"/>
                    <a:pt x="1241965" y="1110710"/>
                    <a:pt x="1233488" y="1095947"/>
                  </a:cubicBezTo>
                  <a:lnTo>
                    <a:pt x="2059972" y="269653"/>
                  </a:lnTo>
                  <a:lnTo>
                    <a:pt x="2021967" y="231743"/>
                  </a:lnTo>
                  <a:lnTo>
                    <a:pt x="1936909" y="316897"/>
                  </a:lnTo>
                  <a:cubicBezTo>
                    <a:pt x="1722787" y="112300"/>
                    <a:pt x="1442942" y="0"/>
                    <a:pt x="1145858" y="0"/>
                  </a:cubicBezTo>
                  <a:cubicBezTo>
                    <a:pt x="514064" y="0"/>
                    <a:pt x="0" y="513969"/>
                    <a:pt x="0" y="1145762"/>
                  </a:cubicBezTo>
                  <a:cubicBezTo>
                    <a:pt x="0" y="1777556"/>
                    <a:pt x="514064" y="2291525"/>
                    <a:pt x="1145858" y="2291525"/>
                  </a:cubicBezTo>
                  <a:cubicBezTo>
                    <a:pt x="1777651" y="2291525"/>
                    <a:pt x="2291715" y="1777556"/>
                    <a:pt x="2291715" y="1145762"/>
                  </a:cubicBezTo>
                  <a:lnTo>
                    <a:pt x="2237994" y="1145762"/>
                  </a:lnTo>
                  <a:close/>
                  <a:moveTo>
                    <a:pt x="922020" y="895160"/>
                  </a:moveTo>
                  <a:cubicBezTo>
                    <a:pt x="895731" y="895160"/>
                    <a:pt x="874300" y="873728"/>
                    <a:pt x="874300" y="847439"/>
                  </a:cubicBezTo>
                  <a:cubicBezTo>
                    <a:pt x="874300" y="821150"/>
                    <a:pt x="895731" y="799719"/>
                    <a:pt x="922020" y="799719"/>
                  </a:cubicBezTo>
                  <a:cubicBezTo>
                    <a:pt x="948309" y="799719"/>
                    <a:pt x="969740" y="821150"/>
                    <a:pt x="969740" y="847439"/>
                  </a:cubicBezTo>
                  <a:cubicBezTo>
                    <a:pt x="969740" y="873728"/>
                    <a:pt x="948309" y="895160"/>
                    <a:pt x="922020" y="895160"/>
                  </a:cubicBezTo>
                  <a:close/>
                  <a:moveTo>
                    <a:pt x="1145858" y="1193578"/>
                  </a:moveTo>
                  <a:cubicBezTo>
                    <a:pt x="1119569" y="1193578"/>
                    <a:pt x="1098137" y="1172147"/>
                    <a:pt x="1098137" y="1145858"/>
                  </a:cubicBezTo>
                  <a:cubicBezTo>
                    <a:pt x="1098137" y="1119569"/>
                    <a:pt x="1119569" y="1098137"/>
                    <a:pt x="1145858" y="1098137"/>
                  </a:cubicBezTo>
                  <a:cubicBezTo>
                    <a:pt x="1172147" y="1098137"/>
                    <a:pt x="1193578" y="1119569"/>
                    <a:pt x="1193578" y="1145858"/>
                  </a:cubicBezTo>
                  <a:cubicBezTo>
                    <a:pt x="1193578" y="1172147"/>
                    <a:pt x="1172147" y="1193578"/>
                    <a:pt x="1145858" y="1193578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26BB473-166A-42B3-8194-00FCC7D6B498}"/>
                </a:ext>
              </a:extLst>
            </p:cNvPr>
            <p:cNvSpPr/>
            <p:nvPr userDrawn="1"/>
          </p:nvSpPr>
          <p:spPr>
            <a:xfrm>
              <a:off x="19225414" y="2395931"/>
              <a:ext cx="1553268" cy="710226"/>
            </a:xfrm>
            <a:custGeom>
              <a:avLst/>
              <a:gdLst>
                <a:gd name="connsiteX0" fmla="*/ 618268 w 1375695"/>
                <a:gd name="connsiteY0" fmla="*/ 628936 h 629031"/>
                <a:gd name="connsiteX1" fmla="*/ 1375696 w 1375695"/>
                <a:gd name="connsiteY1" fmla="*/ 10668 h 629031"/>
                <a:gd name="connsiteX2" fmla="*/ 1323118 w 1375695"/>
                <a:gd name="connsiteY2" fmla="*/ 0 h 629031"/>
                <a:gd name="connsiteX3" fmla="*/ 618268 w 1375695"/>
                <a:gd name="connsiteY3" fmla="*/ 575310 h 629031"/>
                <a:gd name="connsiteX4" fmla="*/ 42958 w 1375695"/>
                <a:gd name="connsiteY4" fmla="*/ 287655 h 629031"/>
                <a:gd name="connsiteX5" fmla="*/ 0 w 1375695"/>
                <a:gd name="connsiteY5" fmla="*/ 319945 h 629031"/>
                <a:gd name="connsiteX6" fmla="*/ 618268 w 1375695"/>
                <a:gd name="connsiteY6" fmla="*/ 629031 h 629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5695" h="629031">
                  <a:moveTo>
                    <a:pt x="618268" y="628936"/>
                  </a:moveTo>
                  <a:cubicBezTo>
                    <a:pt x="984409" y="628936"/>
                    <a:pt x="1302925" y="368903"/>
                    <a:pt x="1375696" y="10668"/>
                  </a:cubicBezTo>
                  <a:lnTo>
                    <a:pt x="1323118" y="0"/>
                  </a:lnTo>
                  <a:cubicBezTo>
                    <a:pt x="1255395" y="333375"/>
                    <a:pt x="958977" y="575310"/>
                    <a:pt x="618268" y="575310"/>
                  </a:cubicBezTo>
                  <a:cubicBezTo>
                    <a:pt x="389954" y="575310"/>
                    <a:pt x="180213" y="470440"/>
                    <a:pt x="42958" y="287655"/>
                  </a:cubicBezTo>
                  <a:lnTo>
                    <a:pt x="0" y="319945"/>
                  </a:lnTo>
                  <a:cubicBezTo>
                    <a:pt x="147542" y="516350"/>
                    <a:pt x="372904" y="629031"/>
                    <a:pt x="618268" y="62903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74" name="Graphic 73">
              <a:extLst>
                <a:ext uri="{FF2B5EF4-FFF2-40B4-BE49-F238E27FC236}">
                  <a16:creationId xmlns:a16="http://schemas.microsoft.com/office/drawing/2014/main" id="{08B538A9-9697-FB61-BACA-1B2A24BE21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444864" y="3527195"/>
              <a:ext cx="2587527" cy="2587527"/>
            </a:xfrm>
            <a:prstGeom prst="rect">
              <a:avLst/>
            </a:prstGeom>
          </p:spPr>
        </p:pic>
      </p:grp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FA6A4E4-9CC1-7010-E902-B213741D0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26727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0" y="383875"/>
            <a:ext cx="11067892" cy="1292526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3429000"/>
            <a:ext cx="1097280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bg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9EEE1D6-6B7E-76B8-7CD3-AF36ED0688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4142" y="3429000"/>
            <a:ext cx="9550422" cy="8567737"/>
          </a:xfrm>
        </p:spPr>
        <p:txBody>
          <a:bodyPr/>
          <a:lstStyle>
            <a:lvl1pPr defTabSz="1161288">
              <a:spcBef>
                <a:spcPts val="0"/>
              </a:spcBef>
              <a:spcAft>
                <a:spcPts val="1800"/>
              </a:spcAft>
              <a:defRPr sz="6400"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43B4043-0F2A-71C6-31DB-7C981D1C1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109517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4EB72A9C-9B01-E367-54B6-234C544217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53504" y="3429001"/>
            <a:ext cx="11068992" cy="85677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DECF69D-F8A2-BA29-C92F-56CF66F1DB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8325" y="3429001"/>
            <a:ext cx="11065346" cy="856773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B04A6F85-6D8A-FD77-39BD-252A2FB61F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9" y="320590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15E15240-CB4B-3EBC-59A0-A3009A539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29674" y="5141913"/>
            <a:ext cx="11042073" cy="68548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175240-12A7-12D7-DC4F-B715F743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11080420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5C9BB08-694B-5D15-5524-4AF48C832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333290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AD5B3F4-41FA-5B40-DA62-5B54E0897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99C054CF-9453-850A-6B65-8421B4607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95245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,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8599157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8FFF437B-D167-4852-CD55-FDFC9AB2E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9461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570341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93683E6-4962-57E0-9658-36D986D69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41350" y="3998913"/>
            <a:ext cx="9893300" cy="744632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22783DF-B709-0768-BAFA-FEDE312037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5699" y="3998913"/>
            <a:ext cx="9885363" cy="744632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A62BE5F-1F51-450E-D8FE-040CFAFD9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6186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, 1 callout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41649" y="2452574"/>
            <a:ext cx="18294351" cy="6177076"/>
          </a:xfrm>
        </p:spPr>
        <p:txBody>
          <a:bodyPr wrap="square" anchor="b">
            <a:sp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44600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uk-UA" dirty="0"/>
              <a:t>+</a:t>
            </a:r>
            <a:r>
              <a:rPr lang="en-US" dirty="0"/>
              <a:t>00M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7207" y="8475584"/>
            <a:ext cx="18288794" cy="2708434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759DCE3-F7D4-4DD5-12DC-26287105A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1996738"/>
            <a:ext cx="4951413" cy="118849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F32310DD-37C8-4053-C9FB-4595BDA35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5412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, 1 callout, lef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060" y="577850"/>
            <a:ext cx="17377190" cy="6177076"/>
          </a:xfrm>
        </p:spPr>
        <p:txBody>
          <a:bodyPr wrap="square" anchor="t">
            <a:spAutoFit/>
          </a:bodyPr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44600" b="0" i="0" u="none" strike="noStrike" cap="none" spc="0" baseline="0" dirty="0">
                <a:solidFill>
                  <a:schemeClr val="accent1"/>
                </a:solidFill>
                <a:uFillTx/>
                <a:latin typeface="IBM Plex Sans ExtraLight" panose="020B0303050203000203" pitchFamily="34" charset="0"/>
                <a:ea typeface="+mj-ea"/>
                <a:cs typeface="+mj-cs"/>
                <a:sym typeface="IBM Plex Sans Light"/>
              </a:defRPr>
            </a:lvl1pPr>
          </a:lstStyle>
          <a:p>
            <a:r>
              <a:rPr lang="uk-UA" dirty="0"/>
              <a:t>+</a:t>
            </a:r>
            <a:r>
              <a:rPr lang="en-US" dirty="0"/>
              <a:t>00M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7738" y="6941218"/>
            <a:ext cx="11031175" cy="2708434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94B6EDC-B303-90FD-527D-B63F2FB20C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7738" y="11425238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25850FE5-BCBA-DE93-BED8-F673B3DE7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86733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708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88136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463338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463338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174D841-F2E5-EFB2-5B7C-4BF603920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66663" y="388903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57900" y="392076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0" y="39219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63338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295490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297076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295489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D9A9B55-BFC0-A207-C833-97029A85A6B1}"/>
              </a:ext>
            </a:extLst>
          </p:cNvPr>
          <p:cNvCxnSpPr/>
          <p:nvPr userDrawn="1"/>
        </p:nvCxnSpPr>
        <p:spPr bwMode="auto">
          <a:xfrm>
            <a:off x="6096000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F9F2DE-A139-192A-5995-E5A8DC450FDE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7208B3-738C-B63B-1AF3-D8CE9D85B8A6}"/>
              </a:ext>
            </a:extLst>
          </p:cNvPr>
          <p:cNvCxnSpPr/>
          <p:nvPr userDrawn="1"/>
        </p:nvCxnSpPr>
        <p:spPr bwMode="auto">
          <a:xfrm>
            <a:off x="18304455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876AAE83-5BC1-2B8F-9D74-FFCF44A99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66663" y="388903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57900" y="392076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0" y="39219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63338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295490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297076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295489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F9F2DE-A139-192A-5995-E5A8DC450FDE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7208B3-738C-B63B-1AF3-D8CE9D85B8A6}"/>
              </a:ext>
            </a:extLst>
          </p:cNvPr>
          <p:cNvCxnSpPr/>
          <p:nvPr userDrawn="1"/>
        </p:nvCxnSpPr>
        <p:spPr bwMode="auto">
          <a:xfrm>
            <a:off x="18304455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D17A823-2B35-9F67-4977-560B8AF64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98304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575" y="327354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4870" y="327354"/>
            <a:ext cx="1720763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575" y="660226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870" y="6602260"/>
            <a:ext cx="1720763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9CEC7706-69F2-D92D-BB0A-0E924C89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E53AD30-014A-7A4A-CB78-34E988BBC6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0" y="38642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63338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463338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268766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459766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65900" y="4162900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65901" y="8378284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38711FA-13D6-9104-7A8A-D8FB49141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143500"/>
            <a:ext cx="10099675" cy="67452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143500"/>
            <a:ext cx="10096500" cy="67452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C4A52-7835-D22D-8B95-DC00FB76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570341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868EE6-6B0C-277D-E71F-ED7D51D30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cons, 2 wid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858000"/>
            <a:ext cx="10099675" cy="51387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6858000"/>
            <a:ext cx="10096500" cy="51387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79CF79E9-58BB-513E-43E9-E0BEE12B45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495604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22459F1-A8D7-D6F0-9077-040A2C23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691981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A3EE5FA-E03D-2868-F43C-AED3641C30C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495604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4A670BDF-CD12-E7E2-0D14-69CE028ED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806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5143501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5143501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5143501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092D4-BF8A-268D-DBA5-27434837ECD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129396" y="5143502"/>
            <a:ext cx="0" cy="512322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259174" y="5146162"/>
            <a:ext cx="0" cy="514083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6458299-F48C-A427-FFF4-B96192C60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3944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2229691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6782092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3D239E8C-BDAD-3BA7-69BA-6E9D9922A76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705849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78F2607C-C2D8-FFBC-278F-61D7DB61175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835628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646E100-F22C-3F1E-673A-CE8E02105E6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6072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8176892-FFF9-AD2F-96B8-DCCD56B20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151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2229691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1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5649438"/>
            <a:ext cx="6976872" cy="5143499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D0490D2-C450-EA05-A628-8CDD83FB950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129396" y="5649438"/>
            <a:ext cx="0" cy="6325551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D95C4A-640F-44BD-E7DB-7952B40B47E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6259174" y="5649438"/>
            <a:ext cx="0" cy="63473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6080BDB-2578-19DC-62DC-21A64E466A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19452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3 middl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09469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04423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99378" y="5143500"/>
            <a:ext cx="4949825" cy="5143500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66A411-C374-F3F3-B9CB-8D8D477D2E17}"/>
              </a:ext>
            </a:extLst>
          </p:cNvPr>
          <p:cNvGrpSpPr/>
          <p:nvPr userDrawn="1"/>
        </p:nvGrpSpPr>
        <p:grpSpPr>
          <a:xfrm>
            <a:off x="12188952" y="577850"/>
            <a:ext cx="6099048" cy="11418887"/>
            <a:chOff x="12188952" y="592079"/>
            <a:chExt cx="6099048" cy="514349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594739"/>
              <a:ext cx="0" cy="5140838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592079"/>
              <a:ext cx="0" cy="5121374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0D0F0F89-7318-2CE8-B2F0-DDA405BD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71962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3 column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5"/>
            <a:ext cx="0" cy="114129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00224B-2BF1-5B5D-5780-D5DB90A1203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977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5A15DB-1EFF-520D-BB52-429C515C539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18851564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FA218C9-742E-511E-BA94-C411B5869722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FA8738A-CEF0-79AA-B419-B7680A6CC615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12780516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42E71B1-B5F7-9235-D02B-4E7306F89829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12780516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7FE31C-8FA8-1E02-8414-47C66592F2A1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6709469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798A212-9B60-58A9-FAAF-19FACBA14613}"/>
              </a:ext>
            </a:extLst>
          </p:cNvPr>
          <p:cNvSpPr>
            <a:spLocks noGrp="1"/>
          </p:cNvSpPr>
          <p:nvPr userDrawn="1">
            <p:ph type="pic" sz="quarter" idx="27" hasCustomPrompt="1"/>
          </p:nvPr>
        </p:nvSpPr>
        <p:spPr>
          <a:xfrm>
            <a:off x="6709469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AA5A9F-1FF4-B8F4-1347-735214DFF06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11168" y="583755"/>
            <a:ext cx="0" cy="114129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DE1C342-B84B-FDDF-9C31-E2203F3C7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599181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3 column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4987925" cy="6461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19ED4A-BFBA-E53C-2BB8-09CE78A79FE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5"/>
            <a:ext cx="0" cy="114129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00224B-2BF1-5B5D-5780-D5DB90A1203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977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75A15DB-1EFF-520D-BB52-429C515C5390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18851564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DFA218C9-742E-511E-BA94-C411B5869722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FA8738A-CEF0-79AA-B419-B7680A6CC615}"/>
              </a:ext>
            </a:extLst>
          </p:cNvPr>
          <p:cNvSpPr>
            <a:spLocks noGrp="1"/>
          </p:cNvSpPr>
          <p:nvPr userDrawn="1">
            <p:ph type="body" sz="quarter" idx="24"/>
          </p:nvPr>
        </p:nvSpPr>
        <p:spPr>
          <a:xfrm>
            <a:off x="12780516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742E71B1-B5F7-9235-D02B-4E7306F89829}"/>
              </a:ext>
            </a:extLst>
          </p:cNvPr>
          <p:cNvSpPr>
            <a:spLocks noGrp="1"/>
          </p:cNvSpPr>
          <p:nvPr userDrawn="1">
            <p:ph type="pic" sz="quarter" idx="25" hasCustomPrompt="1"/>
          </p:nvPr>
        </p:nvSpPr>
        <p:spPr>
          <a:xfrm>
            <a:off x="12780516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B7FE31C-8FA8-1E02-8414-47C66592F2A1}"/>
              </a:ext>
            </a:extLst>
          </p:cNvPr>
          <p:cNvSpPr>
            <a:spLocks noGrp="1"/>
          </p:cNvSpPr>
          <p:nvPr userDrawn="1">
            <p:ph type="body" sz="quarter" idx="26"/>
          </p:nvPr>
        </p:nvSpPr>
        <p:spPr>
          <a:xfrm>
            <a:off x="6709469" y="2478024"/>
            <a:ext cx="4952999" cy="609447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798A212-9B60-58A9-FAAF-19FACBA14613}"/>
              </a:ext>
            </a:extLst>
          </p:cNvPr>
          <p:cNvSpPr>
            <a:spLocks noGrp="1"/>
          </p:cNvSpPr>
          <p:nvPr userDrawn="1">
            <p:ph type="pic" sz="quarter" idx="27" hasCustomPrompt="1"/>
          </p:nvPr>
        </p:nvSpPr>
        <p:spPr>
          <a:xfrm>
            <a:off x="6709469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08C075F-C93C-07FC-A0F1-23C5342F3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8491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2x2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7850" y="5351399"/>
            <a:ext cx="6670675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5278" y="5349875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7850" y="10295777"/>
            <a:ext cx="6670676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5279" y="10292729"/>
            <a:ext cx="6667500" cy="150812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7850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5278" y="3449447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7850" y="838468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5278" y="838772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771525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EBAB1D-E41A-FCE6-D13F-87955CDF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23244172" cy="258108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57895912-82BE-A180-A2EE-6DED0F5F5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, 4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785880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782832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874783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87783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29D960E5-FC34-1896-E12A-39C4324BC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47773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x2 sid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76E129-D3CF-923E-5F2F-95A1E63497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6285706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D8A5CD-9BFE-EA53-DBA6-5B741078FEF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BF4ADBE-C76F-07CC-C4CC-D239D2827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CD69A79-BC15-190C-75BA-2D47B6CE6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22994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2x2 sid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BAB8C9-7E2A-46DD-2399-A214C4EDF57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85706"/>
            <a:ext cx="110505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2FD89A00-A4D6-01CC-82BF-001A1713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9D0D49E6-7CA5-18FC-9FD9-9EDA2C4F40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07338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2x2 sid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2" y="146441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494757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76E129-D3CF-923E-5F2F-95A1E63497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6285706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D8A5CD-9BFE-EA53-DBA6-5B741078FEF4}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9FDB2FE0-AFF0-BFA9-D6AF-6EE97A0FE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section, 2x2 sid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2" y="146441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7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4757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780234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494757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76E129-D3CF-923E-5F2F-95A1E63497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85706"/>
            <a:ext cx="110505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1D5B5BDD-5197-7883-EE7F-D7F36FB38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2812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2x2 sid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76E129-D3CF-923E-5F2F-95A1E63497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000" y="6285706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D8A5CD-9BFE-EA53-DBA6-5B741078FEF4}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71339B-1289-A98F-A8E9-18E75F20CC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37911" y="2478024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9381E76D-106C-BA22-3DB6-BDB470E423C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3791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0537F81-8B08-E380-9886-248A3F5A387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1564" y="2478024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7F24CA7C-9A8A-3826-A6D8-832F13B51CC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4EA17C1-7C6A-EADF-3AE7-5FB11928A9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37911" y="8687860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60A6016D-5972-8DF4-5161-9603737C245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37911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02BE911-8CA1-63D9-87E1-79F338003B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851564" y="8687860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CD010D72-78B3-A919-7182-D247E192AE54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8851564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F912CB5-9AEA-5E2A-695E-22242ABF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4D0EFC0-23D9-0677-68B9-049DAD024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94412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icons, 2x2 side 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A76E129-D3CF-923E-5F2F-95A1E63497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85706"/>
            <a:ext cx="110505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187E1D-CADD-954F-F4C0-5C4235ED144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911862E-A2C3-ECD7-75E8-8FEE3975B7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37911" y="2478024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68FBA42A-6CC5-2CB9-C4CD-8740B49D27A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3791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FBA3EB2-38CB-AEA9-4C56-94D1BED179E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1564" y="2478024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E91AB7D-3FEE-8981-240A-6212AAB5EC3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7DB3F66-3532-DCE9-CCEA-0147232859A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37911" y="8687860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136C62A-4C1D-2114-2E09-44619F4D66C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37911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7BDADD72-EBAA-EA47-0009-F65A6B65327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851564" y="8687860"/>
            <a:ext cx="4952999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B1A2F75F-9FE1-576E-054E-377235CA92F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8851564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411D71-CE56-FDDB-5D7A-0B4FCB60E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47469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F4021BC-B93D-E7C5-8CD9-867115C76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4555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4 columns 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9F0A3E-56B4-C089-C20B-6B33FC69B8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9CE9053-2DD6-966F-8843-B50FBF7C7C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9DB6E44-F962-A27A-53E2-9736F1F7CE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767760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F43B7C7-FC2D-A79E-9E4C-CAB7C1D5F69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859500" y="488014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AD2A69D-35AD-8E1B-0055-B0347A82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2463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7060716"/>
            <a:ext cx="4949825" cy="4936022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7060716"/>
            <a:ext cx="4949825" cy="4936022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7060716"/>
            <a:ext cx="4949825" cy="4936022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7060716"/>
            <a:ext cx="4949825" cy="4936022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9F0A3E-56B4-C089-C20B-6B33FC69B8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5158764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9CE9053-2DD6-966F-8843-B50FBF7C7C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5158764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9DB6E44-F962-A27A-53E2-9736F1F7CE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767760" y="5158764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F43B7C7-FC2D-A79E-9E4C-CAB7C1D5F69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859500" y="5158764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70BBD-DC96-8629-8547-C91E8BAA362A}"/>
              </a:ext>
            </a:extLst>
          </p:cNvPr>
          <p:cNvGrpSpPr/>
          <p:nvPr userDrawn="1"/>
        </p:nvGrpSpPr>
        <p:grpSpPr>
          <a:xfrm>
            <a:off x="6096000" y="5143500"/>
            <a:ext cx="12192000" cy="6846179"/>
            <a:chOff x="6096000" y="6858000"/>
            <a:chExt cx="12192000" cy="51316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79092D4-BF8A-268D-DBA5-27434837ECD3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6096000" y="6858000"/>
              <a:ext cx="0" cy="5111452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6860654"/>
              <a:ext cx="0" cy="512902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6858000"/>
              <a:ext cx="0" cy="510960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11AF24D8-8C1C-AC4D-FDF1-A8E4A6089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6856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icon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7551391"/>
            <a:ext cx="4949825" cy="4445347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7551391"/>
            <a:ext cx="4949825" cy="4445347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7551391"/>
            <a:ext cx="4949825" cy="4445347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7551391"/>
            <a:ext cx="4949825" cy="4445347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9F0A3E-56B4-C089-C20B-6B33FC69B85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564943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D9CE9053-2DD6-966F-8843-B50FBF7C7C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564943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9DB6E44-F962-A27A-53E2-9736F1F7CE6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2767760" y="564943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7F43B7C7-FC2D-A79E-9E4C-CAB7C1D5F69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8859500" y="564943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70BBD-DC96-8629-8547-C91E8BAA362A}"/>
              </a:ext>
            </a:extLst>
          </p:cNvPr>
          <p:cNvGrpSpPr/>
          <p:nvPr userDrawn="1"/>
        </p:nvGrpSpPr>
        <p:grpSpPr>
          <a:xfrm>
            <a:off x="6096000" y="5649438"/>
            <a:ext cx="12192000" cy="6340241"/>
            <a:chOff x="6096000" y="6858000"/>
            <a:chExt cx="12192000" cy="51316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79092D4-BF8A-268D-DBA5-27434837ECD3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6096000" y="6858000"/>
              <a:ext cx="0" cy="5111452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6860654"/>
              <a:ext cx="0" cy="512902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6858000"/>
              <a:ext cx="0" cy="510960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67972C7-64C8-D5D5-2649-7E5F519CF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4358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4 columns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143501"/>
            <a:ext cx="4949825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5143501"/>
            <a:ext cx="4949825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5143501"/>
            <a:ext cx="4949825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5143501"/>
            <a:ext cx="4949825" cy="5143499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970BBD-DC96-8629-8547-C91E8BAA362A}"/>
              </a:ext>
            </a:extLst>
          </p:cNvPr>
          <p:cNvGrpSpPr/>
          <p:nvPr userDrawn="1"/>
        </p:nvGrpSpPr>
        <p:grpSpPr>
          <a:xfrm>
            <a:off x="6096000" y="5143502"/>
            <a:ext cx="12192000" cy="5143498"/>
            <a:chOff x="6096000" y="6858000"/>
            <a:chExt cx="12192000" cy="51316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79092D4-BF8A-268D-DBA5-27434837ECD3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6096000" y="6858000"/>
              <a:ext cx="0" cy="5111452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19ED4A-BFBA-E53C-2BB8-09CE78A79FE7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2188952" y="6860654"/>
              <a:ext cx="0" cy="5129026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200224B-2BF1-5B5D-5780-D5DB90A12032}"/>
                </a:ext>
              </a:extLst>
            </p:cNvPr>
            <p:cNvCxnSpPr>
              <a:cxnSpLocks/>
            </p:cNvCxnSpPr>
            <p:nvPr userDrawn="1"/>
          </p:nvCxnSpPr>
          <p:spPr bwMode="auto">
            <a:xfrm>
              <a:off x="18288000" y="6858000"/>
              <a:ext cx="0" cy="5109607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8D56867-D9F9-62A0-FDB4-E4779C462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35267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BB7AEC-E4D4-3125-05AE-2B8DBAAEA6D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286716"/>
            <a:ext cx="0" cy="568048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1534D0-6558-92B1-BE44-D49078890FD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6289665"/>
            <a:ext cx="0" cy="570001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6286716"/>
            <a:ext cx="0" cy="567843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B6C01522-DE85-D621-1A24-68D327BD5D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AE5020-4074-8876-8683-891205A358C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6286716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6350AB9-B76B-2829-7B40-4FD74E8B6B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BB7AEC-E4D4-3125-05AE-2B8DBAAEA6D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858000"/>
            <a:ext cx="0" cy="511145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1534D0-6558-92B1-BE44-D49078890FD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6860654"/>
            <a:ext cx="0" cy="51290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6858000"/>
            <a:ext cx="0" cy="510960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74D7F9F-BB15-3385-5E6C-4CE8DD6A0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2FA762C-F9AF-4EF8-280A-565699475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8923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48675-4C09-40F6-B2AC-B92E0A73761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6286716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1534D0-6558-92B1-BE44-D49078890FD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2"/>
            <a:ext cx="0" cy="114059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222ABE6-8E24-BB5A-724A-A3BF328EA6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7760" y="49020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9562605-98F6-4E5B-023A-C45650DB48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020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4FD6A5-B609-A859-DE01-D0AB39948E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286716"/>
            <a:ext cx="0" cy="56797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158F0260-951E-161B-8456-A4302710F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5640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78209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48675-4C09-40F6-B2AC-B92E0A73761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59221"/>
            <a:ext cx="11049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222ABE6-8E24-BB5A-724A-A3BF328EA6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7760" y="49020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9562605-98F6-4E5B-023A-C45650DB48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490203"/>
            <a:ext cx="4949825" cy="5214646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7E0954-094A-3A56-F3D8-8FCE37CDB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858000"/>
            <a:ext cx="0" cy="511145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9A4873-4533-129F-BFE4-942DBAD403C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6860654"/>
            <a:ext cx="0" cy="51290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8FBD17-65B3-D61E-4BFF-911D4D8DED8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6858000"/>
            <a:ext cx="0" cy="510960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ooter Placeholder 1">
            <a:extLst>
              <a:ext uri="{FF2B5EF4-FFF2-40B4-BE49-F238E27FC236}">
                <a16:creationId xmlns:a16="http://schemas.microsoft.com/office/drawing/2014/main" id="{62A38210-751E-ABDD-BE11-802CF10EB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26780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CA50B6-671E-953F-D715-5F31CF9D8E8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68325" y="6286716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71A181-117D-E38D-D96B-5F09AE6C2D8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286716"/>
            <a:ext cx="0" cy="56797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D7569E8-33F0-2927-457E-FFB6E90A497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83752"/>
            <a:ext cx="0" cy="114059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8D2F3D-0843-CCA0-431C-15C29EDEB9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988CA66-514D-2E7F-1BD4-92DF3C0CAC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37911" y="2478023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70D622C-89B3-2863-7C99-3085C9A592A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3791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AEA1519-7C3A-C0B5-EC85-1F164DCBB1E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1564" y="2478023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FD1B8CC3-58FD-8DCD-BDD6-E62A5D5DBC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BE2A62D-EE41-8456-8F8E-593D0972F7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37911" y="8687859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7D430C99-4D84-A798-4D9F-8E20E26817D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37911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3E91CAE2-40F2-60D7-69AC-2C6398FA41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851564" y="8687859"/>
            <a:ext cx="4952999" cy="32527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1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E40EAA70-7D31-B59B-88DC-CBFA9E01AE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8851564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8C07212A-8B97-6593-5714-26AB990D753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6072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C0BC29DE-57B9-0A75-BFEA-0C952625F4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233F6872-B424-BD61-A41F-831F1D82DA5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B4230AF7-3A67-D259-C8A5-048B4C99BC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C5E93364-38AF-969E-6B64-185F78D95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16020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ection, icons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A48675-4C09-40F6-B2AC-B92E0A73761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763500" y="6259221"/>
            <a:ext cx="11049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C29595-FFB1-A770-4E44-FBA6B012463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7850"/>
            <a:ext cx="0" cy="11362743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5C433850-C77D-7722-6C93-E8FC8E47D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7E0954-094A-3A56-F3D8-8FCE37CDB6F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858000"/>
            <a:ext cx="0" cy="511145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9A4873-4533-129F-BFE4-942DBAD403C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6860654"/>
            <a:ext cx="0" cy="51290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E70D622C-89B3-2863-7C99-3085C9A592A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3791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FD1B8CC3-58FD-8DCD-BDD6-E62A5D5DBC2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8851564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7D430C99-4D84-A798-4D9F-8E20E26817D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2737911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E40EAA70-7D31-B59B-88DC-CBFA9E01AE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8851564" y="6785908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781215D9-34B4-1F5A-0399-298CBDF4B68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31" name="Picture Placeholder 12">
            <a:extLst>
              <a:ext uri="{FF2B5EF4-FFF2-40B4-BE49-F238E27FC236}">
                <a16:creationId xmlns:a16="http://schemas.microsoft.com/office/drawing/2014/main" id="{C1C79233-D105-4FF6-25BB-315818AE71C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69591" y="6786089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D2A4AF67-AB66-94A8-89EE-8BF6C3098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92FCE89-12F9-7035-F272-8BB205D9FC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37911" y="2478023"/>
            <a:ext cx="4952999" cy="32527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1F736C-7EB3-13DE-8823-F8841C6854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1564" y="2478023"/>
            <a:ext cx="4952999" cy="32527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66BF4A-D88E-D58D-4040-26C37F5FA39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2737911" y="8687859"/>
            <a:ext cx="4952999" cy="32527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305D0A6-0FE2-CEAF-A8B7-47FFE11C02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8851564" y="8687859"/>
            <a:ext cx="4952999" cy="32527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414A5EFB-64AB-5848-667E-F3D05D9C834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76072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CA52D6E-E63B-87DB-A7A3-1B72A54C7E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8688041"/>
            <a:ext cx="4949825" cy="3252552"/>
          </a:xfrm>
        </p:spPr>
        <p:txBody>
          <a:bodyPr/>
          <a:lstStyle>
            <a:lvl1pPr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9863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half, right side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50035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3D1387-1AEB-51D7-32CA-2489D148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28C492E8-5CB5-C92B-6CD6-CCDEF8E48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85142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half, left side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68324" y="566735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BCFA4843-2EEB-F757-826B-7080CBD95F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4EF684-B51F-B632-828D-3BB519723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9852" y="396574"/>
            <a:ext cx="11050589" cy="11600163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42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allou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ECAFCBD-74B8-193E-870C-66ED84B49C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4099998"/>
            <a:ext cx="11049000" cy="7896740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3173B9F7-2E22-2E34-07D9-72BDB8C0D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53022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allou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0DA1707-6C7E-1724-4E62-628D2A33B3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4099998"/>
            <a:ext cx="11049000" cy="7896740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F2BEBD3A-FD57-328F-D077-9C1473E69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522524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ECAFCBD-74B8-193E-870C-66ED84B49C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3429000"/>
            <a:ext cx="11049000" cy="8567738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AA47FBC7-360F-2702-981E-C16694B31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32530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2 callout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ECAFCBD-74B8-193E-870C-66ED84B49C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3429000"/>
            <a:ext cx="4949825" cy="8567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CB70A75-1208-361D-E0D0-FE0258712A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73850" y="3429000"/>
            <a:ext cx="4949825" cy="8567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85E00C45-1EE0-DD75-8559-149730229C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allouts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11D002-59D0-4C77-B98C-16790A8D0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1050589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12466BD5-32E9-58C2-F347-B997CDC9CD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2110" y="4099998"/>
            <a:ext cx="4949825" cy="7896740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A71407-3C73-F448-3289-4677C96FF4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73850" y="4099998"/>
            <a:ext cx="4949825" cy="7896740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9121D0-84A4-C276-51D6-B826350702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66153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allouts, big image with marg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F1062D6-5670-E376-5181-FACE84388D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" y="3341318"/>
            <a:ext cx="4956175" cy="86554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7A89EF34-F2E4-1534-281A-F12601CCE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callout,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341318"/>
            <a:ext cx="4956175" cy="86554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523AA7FF-0113-F5C1-9CF1-3E28A9EDE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big image with marg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86EB8B-4F70-72DC-4A10-ADEC0AD0B7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072" y="1676400"/>
            <a:ext cx="4956175" cy="103203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4DFC889-BCBA-9820-7C00-9CAFC3CDC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23247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1676400"/>
            <a:ext cx="4956175" cy="1032033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FD01A40-3A7E-CCA0-FBA4-E986F12F1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61534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with marg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4675" y="3429000"/>
            <a:ext cx="23237825" cy="9715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247421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354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429000"/>
            <a:ext cx="12192000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B6E0CF3B-8B59-A4D8-165F-D1C4D82215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195175" y="3429000"/>
            <a:ext cx="12192000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247421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229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names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429000"/>
            <a:ext cx="12192000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B6E0CF3B-8B59-A4D8-165F-D1C4D82215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195175" y="3429000"/>
            <a:ext cx="12192000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127982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5FAAEB1-AD67-488F-2517-86CE845CF1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072" y="2424223"/>
            <a:ext cx="11042841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C7BD80C-5F12-B9E7-5E65-ACB7DFAC73A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1722" y="2424223"/>
            <a:ext cx="11042841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20335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429000"/>
            <a:ext cx="8129057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247421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D9D1164-4A93-B0E2-6D25-F8864846A006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8129061" y="3429000"/>
            <a:ext cx="8129057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F8B56AF-52AA-5E59-BA88-70404F278A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258118" y="3429000"/>
            <a:ext cx="8129057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3847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names,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429000"/>
            <a:ext cx="8129057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D9D1164-4A93-B0E2-6D25-F8864846A006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8129061" y="3429000"/>
            <a:ext cx="8129057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3F8B56AF-52AA-5E59-BA88-70404F278A0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258118" y="3429000"/>
            <a:ext cx="8129057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AF9F0B2-E79B-2280-4DAE-E1C97D65A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073" y="2424223"/>
            <a:ext cx="6970374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9B21D27-BCEE-C074-614C-F99B502BD50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11674" y="2424223"/>
            <a:ext cx="6963832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6FF59F3-4E78-4974-C05E-2C2C59B1D5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848668" y="2424223"/>
            <a:ext cx="6963832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3CAF370-33EE-D67D-E96F-733E956E2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127982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343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247421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D498F1FB-22B3-9AAC-6790-A9D6D32D456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7588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5CAB4620-2F71-B201-4FA4-5417D584C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193587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0DA3C1D-4FE8-61BF-7D06-224706641B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8291176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2454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names,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D498F1FB-22B3-9AAC-6790-A9D6D32D456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7588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5CAB4620-2F71-B201-4FA4-5417D584CB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2193587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0DA3C1D-4FE8-61BF-7D06-224706641B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8291176" y="3429000"/>
            <a:ext cx="6095999" cy="10287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F168869-82BA-2297-7E72-FE2F22677B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73" y="2424223"/>
            <a:ext cx="4948427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E7519B3-44AE-7C8E-AE29-6E9908A8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23274528" cy="1279825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2E62052-683C-471D-3996-B3F66EC771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71373" y="2424223"/>
            <a:ext cx="4948427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CDD7D6-2616-D68F-1F6D-551050ED93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768073" y="2424223"/>
            <a:ext cx="4948427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CA27042-6765-7A94-2E7D-BA41F8D1D7A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856136" y="2424223"/>
            <a:ext cx="4948427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2752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01026" y="899"/>
            <a:ext cx="12186973" cy="611597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9CB0EE-399D-E7B8-85E6-488055A857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588" y="6116873"/>
            <a:ext cx="6077577" cy="608059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006E546E-2AFE-C74E-3532-5D6612A3AD8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2222885" y="6116873"/>
            <a:ext cx="12162702" cy="608059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BB8FDD-3412-E9EE-8A7C-A6A76F2B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3" y="396575"/>
            <a:ext cx="4986528" cy="3032426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0DA1707-6C7E-1724-4E62-628D2A33B3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0940" y="6858000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678E61A-FAE0-02C2-9E52-B553A1B787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859500" y="495789"/>
            <a:ext cx="4960170" cy="5138738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D63D1EFE-4D07-775A-BAD0-C2C3361DC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18615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, cyan background, illustration 1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CFA4843-2EEB-F757-826B-7080CBD95F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904466-2B5F-6EA8-820B-F755AB4A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A7587F-6D7B-BAB0-F192-BC642D3467EC}"/>
              </a:ext>
            </a:extLst>
          </p:cNvPr>
          <p:cNvGrpSpPr/>
          <p:nvPr userDrawn="1"/>
        </p:nvGrpSpPr>
        <p:grpSpPr>
          <a:xfrm>
            <a:off x="12763499" y="1777158"/>
            <a:ext cx="11070415" cy="10161685"/>
            <a:chOff x="14598826" y="3810064"/>
            <a:chExt cx="7999302" cy="7342668"/>
          </a:xfrm>
        </p:grpSpPr>
        <p:sp>
          <p:nvSpPr>
            <p:cNvPr id="6" name="Graphic 10">
              <a:extLst>
                <a:ext uri="{FF2B5EF4-FFF2-40B4-BE49-F238E27FC236}">
                  <a16:creationId xmlns:a16="http://schemas.microsoft.com/office/drawing/2014/main" id="{A0698D66-5EF7-21B4-8CF1-23BA7E356F60}"/>
                </a:ext>
              </a:extLst>
            </p:cNvPr>
            <p:cNvSpPr/>
            <p:nvPr/>
          </p:nvSpPr>
          <p:spPr>
            <a:xfrm rot="16200000">
              <a:off x="19736094" y="7401866"/>
              <a:ext cx="862029" cy="1724058"/>
            </a:xfrm>
            <a:custGeom>
              <a:avLst/>
              <a:gdLst>
                <a:gd name="connsiteX0" fmla="*/ 0 w 2862262"/>
                <a:gd name="connsiteY0" fmla="*/ 2862263 h 5724525"/>
                <a:gd name="connsiteX1" fmla="*/ 2862263 w 2862262"/>
                <a:gd name="connsiteY1" fmla="*/ 5724525 h 5724525"/>
                <a:gd name="connsiteX2" fmla="*/ 2862263 w 2862262"/>
                <a:gd name="connsiteY2" fmla="*/ 0 h 5724525"/>
                <a:gd name="connsiteX3" fmla="*/ 0 w 2862262"/>
                <a:gd name="connsiteY3" fmla="*/ 2862263 h 572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2262" h="5724525">
                  <a:moveTo>
                    <a:pt x="0" y="2862263"/>
                  </a:moveTo>
                  <a:cubicBezTo>
                    <a:pt x="0" y="4443413"/>
                    <a:pt x="1281113" y="5724525"/>
                    <a:pt x="2862263" y="5724525"/>
                  </a:cubicBezTo>
                  <a:lnTo>
                    <a:pt x="2862263" y="0"/>
                  </a:lnTo>
                  <a:cubicBezTo>
                    <a:pt x="1281113" y="0"/>
                    <a:pt x="0" y="1281113"/>
                    <a:pt x="0" y="286226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Graphic 10">
              <a:extLst>
                <a:ext uri="{FF2B5EF4-FFF2-40B4-BE49-F238E27FC236}">
                  <a16:creationId xmlns:a16="http://schemas.microsoft.com/office/drawing/2014/main" id="{79B7D8A0-6A61-AABD-38B0-A377886B73B3}"/>
                </a:ext>
              </a:extLst>
            </p:cNvPr>
            <p:cNvSpPr/>
            <p:nvPr/>
          </p:nvSpPr>
          <p:spPr>
            <a:xfrm rot="5400000">
              <a:off x="19736094" y="8263896"/>
              <a:ext cx="862029" cy="1724058"/>
            </a:xfrm>
            <a:custGeom>
              <a:avLst/>
              <a:gdLst>
                <a:gd name="connsiteX0" fmla="*/ 0 w 2862262"/>
                <a:gd name="connsiteY0" fmla="*/ 2862263 h 5724525"/>
                <a:gd name="connsiteX1" fmla="*/ 2862263 w 2862262"/>
                <a:gd name="connsiteY1" fmla="*/ 5724525 h 5724525"/>
                <a:gd name="connsiteX2" fmla="*/ 2862263 w 2862262"/>
                <a:gd name="connsiteY2" fmla="*/ 0 h 5724525"/>
                <a:gd name="connsiteX3" fmla="*/ 0 w 2862262"/>
                <a:gd name="connsiteY3" fmla="*/ 2862263 h 572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2262" h="5724525">
                  <a:moveTo>
                    <a:pt x="0" y="2862263"/>
                  </a:moveTo>
                  <a:cubicBezTo>
                    <a:pt x="0" y="4443413"/>
                    <a:pt x="1281113" y="5724525"/>
                    <a:pt x="2862263" y="5724525"/>
                  </a:cubicBezTo>
                  <a:lnTo>
                    <a:pt x="2862263" y="0"/>
                  </a:lnTo>
                  <a:cubicBezTo>
                    <a:pt x="1281113" y="0"/>
                    <a:pt x="0" y="1281113"/>
                    <a:pt x="0" y="286226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Graphic 15">
              <a:extLst>
                <a:ext uri="{FF2B5EF4-FFF2-40B4-BE49-F238E27FC236}">
                  <a16:creationId xmlns:a16="http://schemas.microsoft.com/office/drawing/2014/main" id="{49ED3B2D-C0F5-50AF-9CDF-E59C9FCE830F}"/>
                </a:ext>
              </a:extLst>
            </p:cNvPr>
            <p:cNvSpPr/>
            <p:nvPr/>
          </p:nvSpPr>
          <p:spPr>
            <a:xfrm>
              <a:off x="21035934" y="9556940"/>
              <a:ext cx="1562194" cy="1562194"/>
            </a:xfrm>
            <a:custGeom>
              <a:avLst/>
              <a:gdLst>
                <a:gd name="connsiteX0" fmla="*/ 0 w 1313497"/>
                <a:gd name="connsiteY0" fmla="*/ 0 h 1313497"/>
                <a:gd name="connsiteX1" fmla="*/ 0 w 1313497"/>
                <a:gd name="connsiteY1" fmla="*/ 1313498 h 1313497"/>
                <a:gd name="connsiteX2" fmla="*/ 1313498 w 1313497"/>
                <a:gd name="connsiteY2" fmla="*/ 1313498 h 1313497"/>
                <a:gd name="connsiteX3" fmla="*/ 1313498 w 1313497"/>
                <a:gd name="connsiteY3" fmla="*/ 0 h 1313497"/>
                <a:gd name="connsiteX4" fmla="*/ 0 w 1313497"/>
                <a:gd name="connsiteY4" fmla="*/ 0 h 1313497"/>
                <a:gd name="connsiteX5" fmla="*/ 657225 w 1313497"/>
                <a:gd name="connsiteY5" fmla="*/ 1307783 h 1313497"/>
                <a:gd name="connsiteX6" fmla="*/ 6668 w 1313497"/>
                <a:gd name="connsiteY6" fmla="*/ 657225 h 1313497"/>
                <a:gd name="connsiteX7" fmla="*/ 657225 w 1313497"/>
                <a:gd name="connsiteY7" fmla="*/ 6668 h 1313497"/>
                <a:gd name="connsiteX8" fmla="*/ 1307783 w 1313497"/>
                <a:gd name="connsiteY8" fmla="*/ 657225 h 1313497"/>
                <a:gd name="connsiteX9" fmla="*/ 657225 w 1313497"/>
                <a:gd name="connsiteY9" fmla="*/ 1307783 h 13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497" h="1313497">
                  <a:moveTo>
                    <a:pt x="0" y="0"/>
                  </a:moveTo>
                  <a:lnTo>
                    <a:pt x="0" y="1313498"/>
                  </a:lnTo>
                  <a:lnTo>
                    <a:pt x="1313498" y="1313498"/>
                  </a:lnTo>
                  <a:lnTo>
                    <a:pt x="1313498" y="0"/>
                  </a:lnTo>
                  <a:lnTo>
                    <a:pt x="0" y="0"/>
                  </a:lnTo>
                  <a:close/>
                  <a:moveTo>
                    <a:pt x="657225" y="1307783"/>
                  </a:moveTo>
                  <a:lnTo>
                    <a:pt x="6668" y="657225"/>
                  </a:lnTo>
                  <a:lnTo>
                    <a:pt x="657225" y="6668"/>
                  </a:lnTo>
                  <a:lnTo>
                    <a:pt x="1307783" y="657225"/>
                  </a:lnTo>
                  <a:lnTo>
                    <a:pt x="657225" y="1307783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2E4373C9-ADEF-477B-7D5A-D14C92A7F543}"/>
                </a:ext>
              </a:extLst>
            </p:cNvPr>
            <p:cNvSpPr/>
            <p:nvPr/>
          </p:nvSpPr>
          <p:spPr bwMode="auto">
            <a:xfrm>
              <a:off x="16137165" y="7963567"/>
              <a:ext cx="3164957" cy="1593373"/>
            </a:xfrm>
            <a:prstGeom prst="triangle">
              <a:avLst/>
            </a:prstGeom>
            <a:solidFill>
              <a:srgbClr val="6FDC8C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751D607-04D5-A7AA-B2CF-759C9197F1AD}"/>
                </a:ext>
              </a:extLst>
            </p:cNvPr>
            <p:cNvSpPr/>
            <p:nvPr/>
          </p:nvSpPr>
          <p:spPr>
            <a:xfrm>
              <a:off x="21005659" y="6270686"/>
              <a:ext cx="1562242" cy="1562194"/>
            </a:xfrm>
            <a:custGeom>
              <a:avLst/>
              <a:gdLst>
                <a:gd name="connsiteX0" fmla="*/ 190102 w 356387"/>
                <a:gd name="connsiteY0" fmla="*/ 321574 h 356376"/>
                <a:gd name="connsiteX1" fmla="*/ 185949 w 356387"/>
                <a:gd name="connsiteY1" fmla="*/ 317769 h 356376"/>
                <a:gd name="connsiteX2" fmla="*/ 165288 w 356387"/>
                <a:gd name="connsiteY2" fmla="*/ 295518 h 356376"/>
                <a:gd name="connsiteX3" fmla="*/ 139082 w 356387"/>
                <a:gd name="connsiteY3" fmla="*/ 313175 h 356376"/>
                <a:gd name="connsiteX4" fmla="*/ 133281 w 356387"/>
                <a:gd name="connsiteY4" fmla="*/ 314312 h 356376"/>
                <a:gd name="connsiteX5" fmla="*/ 132156 w 356387"/>
                <a:gd name="connsiteY5" fmla="*/ 308511 h 356376"/>
                <a:gd name="connsiteX6" fmla="*/ 165276 w 356387"/>
                <a:gd name="connsiteY6" fmla="*/ 287154 h 356376"/>
                <a:gd name="connsiteX7" fmla="*/ 194255 w 356387"/>
                <a:gd name="connsiteY7" fmla="*/ 317015 h 356376"/>
                <a:gd name="connsiteX8" fmla="*/ 190473 w 356387"/>
                <a:gd name="connsiteY8" fmla="*/ 321550 h 356376"/>
                <a:gd name="connsiteX9" fmla="*/ 190102 w 356387"/>
                <a:gd name="connsiteY9" fmla="*/ 321574 h 356376"/>
                <a:gd name="connsiteX10" fmla="*/ 226517 w 356387"/>
                <a:gd name="connsiteY10" fmla="*/ 312803 h 356376"/>
                <a:gd name="connsiteX11" fmla="*/ 224336 w 356387"/>
                <a:gd name="connsiteY11" fmla="*/ 312177 h 356376"/>
                <a:gd name="connsiteX12" fmla="*/ 195032 w 356387"/>
                <a:gd name="connsiteY12" fmla="*/ 265646 h 356376"/>
                <a:gd name="connsiteX13" fmla="*/ 198513 w 356387"/>
                <a:gd name="connsiteY13" fmla="*/ 246633 h 356376"/>
                <a:gd name="connsiteX14" fmla="*/ 203930 w 356387"/>
                <a:gd name="connsiteY14" fmla="*/ 244301 h 356376"/>
                <a:gd name="connsiteX15" fmla="*/ 206262 w 356387"/>
                <a:gd name="connsiteY15" fmla="*/ 249718 h 356376"/>
                <a:gd name="connsiteX16" fmla="*/ 203397 w 356387"/>
                <a:gd name="connsiteY16" fmla="*/ 265646 h 356376"/>
                <a:gd name="connsiteX17" fmla="*/ 228698 w 356387"/>
                <a:gd name="connsiteY17" fmla="*/ 305054 h 356376"/>
                <a:gd name="connsiteX18" fmla="*/ 230078 w 356387"/>
                <a:gd name="connsiteY18" fmla="*/ 310785 h 356376"/>
                <a:gd name="connsiteX19" fmla="*/ 226517 w 356387"/>
                <a:gd name="connsiteY19" fmla="*/ 312803 h 356376"/>
                <a:gd name="connsiteX20" fmla="*/ 108549 w 356387"/>
                <a:gd name="connsiteY20" fmla="*/ 303105 h 356376"/>
                <a:gd name="connsiteX21" fmla="*/ 105068 w 356387"/>
                <a:gd name="connsiteY21" fmla="*/ 301238 h 356376"/>
                <a:gd name="connsiteX22" fmla="*/ 106240 w 356387"/>
                <a:gd name="connsiteY22" fmla="*/ 295449 h 356376"/>
                <a:gd name="connsiteX23" fmla="*/ 174835 w 356387"/>
                <a:gd name="connsiteY23" fmla="*/ 240937 h 356376"/>
                <a:gd name="connsiteX24" fmla="*/ 204557 w 356387"/>
                <a:gd name="connsiteY24" fmla="*/ 185775 h 356376"/>
                <a:gd name="connsiteX25" fmla="*/ 177724 w 356387"/>
                <a:gd name="connsiteY25" fmla="*/ 156970 h 356376"/>
                <a:gd name="connsiteX26" fmla="*/ 138838 w 356387"/>
                <a:gd name="connsiteY26" fmla="*/ 192074 h 356376"/>
                <a:gd name="connsiteX27" fmla="*/ 120439 w 356387"/>
                <a:gd name="connsiteY27" fmla="*/ 216320 h 356376"/>
                <a:gd name="connsiteX28" fmla="*/ 64373 w 356387"/>
                <a:gd name="connsiteY28" fmla="*/ 254405 h 356376"/>
                <a:gd name="connsiteX29" fmla="*/ 58735 w 356387"/>
                <a:gd name="connsiteY29" fmla="*/ 252665 h 356376"/>
                <a:gd name="connsiteX30" fmla="*/ 60486 w 356387"/>
                <a:gd name="connsiteY30" fmla="*/ 247027 h 356376"/>
                <a:gd name="connsiteX31" fmla="*/ 114616 w 356387"/>
                <a:gd name="connsiteY31" fmla="*/ 210345 h 356376"/>
                <a:gd name="connsiteX32" fmla="*/ 131889 w 356387"/>
                <a:gd name="connsiteY32" fmla="*/ 187457 h 356376"/>
                <a:gd name="connsiteX33" fmla="*/ 177736 w 356387"/>
                <a:gd name="connsiteY33" fmla="*/ 148629 h 356376"/>
                <a:gd name="connsiteX34" fmla="*/ 212932 w 356387"/>
                <a:gd name="connsiteY34" fmla="*/ 185787 h 356376"/>
                <a:gd name="connsiteX35" fmla="*/ 180624 w 356387"/>
                <a:gd name="connsiteY35" fmla="*/ 246981 h 356376"/>
                <a:gd name="connsiteX36" fmla="*/ 110869 w 356387"/>
                <a:gd name="connsiteY36" fmla="*/ 302421 h 356376"/>
                <a:gd name="connsiteX37" fmla="*/ 108549 w 356387"/>
                <a:gd name="connsiteY37" fmla="*/ 303105 h 356376"/>
                <a:gd name="connsiteX38" fmla="*/ 263129 w 356387"/>
                <a:gd name="connsiteY38" fmla="*/ 292433 h 356376"/>
                <a:gd name="connsiteX39" fmla="*/ 261598 w 356387"/>
                <a:gd name="connsiteY39" fmla="*/ 292142 h 356376"/>
                <a:gd name="connsiteX40" fmla="*/ 224197 w 356387"/>
                <a:gd name="connsiteY40" fmla="*/ 236180 h 356376"/>
                <a:gd name="connsiteX41" fmla="*/ 227468 w 356387"/>
                <a:gd name="connsiteY41" fmla="*/ 212422 h 356376"/>
                <a:gd name="connsiteX42" fmla="*/ 231482 w 356387"/>
                <a:gd name="connsiteY42" fmla="*/ 180949 h 356376"/>
                <a:gd name="connsiteX43" fmla="*/ 177701 w 356387"/>
                <a:gd name="connsiteY43" fmla="*/ 128583 h 356376"/>
                <a:gd name="connsiteX44" fmla="*/ 122121 w 356387"/>
                <a:gd name="connsiteY44" fmla="*/ 165044 h 356376"/>
                <a:gd name="connsiteX45" fmla="*/ 58793 w 356387"/>
                <a:gd name="connsiteY45" fmla="*/ 223048 h 356376"/>
                <a:gd name="connsiteX46" fmla="*/ 53422 w 356387"/>
                <a:gd name="connsiteY46" fmla="*/ 220577 h 356376"/>
                <a:gd name="connsiteX47" fmla="*/ 55893 w 356387"/>
                <a:gd name="connsiteY47" fmla="*/ 215206 h 356376"/>
                <a:gd name="connsiteX48" fmla="*/ 114929 w 356387"/>
                <a:gd name="connsiteY48" fmla="*/ 160798 h 356376"/>
                <a:gd name="connsiteX49" fmla="*/ 177701 w 356387"/>
                <a:gd name="connsiteY49" fmla="*/ 120230 h 356376"/>
                <a:gd name="connsiteX50" fmla="*/ 239835 w 356387"/>
                <a:gd name="connsiteY50" fmla="*/ 180937 h 356376"/>
                <a:gd name="connsiteX51" fmla="*/ 235647 w 356387"/>
                <a:gd name="connsiteY51" fmla="*/ 214116 h 356376"/>
                <a:gd name="connsiteX52" fmla="*/ 232549 w 356387"/>
                <a:gd name="connsiteY52" fmla="*/ 236157 h 356376"/>
                <a:gd name="connsiteX53" fmla="*/ 264649 w 356387"/>
                <a:gd name="connsiteY53" fmla="*/ 284347 h 356376"/>
                <a:gd name="connsiteX54" fmla="*/ 267004 w 356387"/>
                <a:gd name="connsiteY54" fmla="*/ 289764 h 356376"/>
                <a:gd name="connsiteX55" fmla="*/ 263129 w 356387"/>
                <a:gd name="connsiteY55" fmla="*/ 292433 h 356376"/>
                <a:gd name="connsiteX56" fmla="*/ 83560 w 356387"/>
                <a:gd name="connsiteY56" fmla="*/ 284695 h 356376"/>
                <a:gd name="connsiteX57" fmla="*/ 79999 w 356387"/>
                <a:gd name="connsiteY57" fmla="*/ 282699 h 356376"/>
                <a:gd name="connsiteX58" fmla="*/ 81368 w 356387"/>
                <a:gd name="connsiteY58" fmla="*/ 276957 h 356376"/>
                <a:gd name="connsiteX59" fmla="*/ 174221 w 356387"/>
                <a:gd name="connsiteY59" fmla="*/ 186332 h 356376"/>
                <a:gd name="connsiteX60" fmla="*/ 179870 w 356387"/>
                <a:gd name="connsiteY60" fmla="*/ 184615 h 356376"/>
                <a:gd name="connsiteX61" fmla="*/ 181587 w 356387"/>
                <a:gd name="connsiteY61" fmla="*/ 190264 h 356376"/>
                <a:gd name="connsiteX62" fmla="*/ 85741 w 356387"/>
                <a:gd name="connsiteY62" fmla="*/ 284068 h 356376"/>
                <a:gd name="connsiteX63" fmla="*/ 83560 w 356387"/>
                <a:gd name="connsiteY63" fmla="*/ 284695 h 356376"/>
                <a:gd name="connsiteX64" fmla="*/ 280704 w 356387"/>
                <a:gd name="connsiteY64" fmla="*/ 269834 h 356376"/>
                <a:gd name="connsiteX65" fmla="*/ 279034 w 356387"/>
                <a:gd name="connsiteY65" fmla="*/ 269486 h 356376"/>
                <a:gd name="connsiteX66" fmla="*/ 253686 w 356387"/>
                <a:gd name="connsiteY66" fmla="*/ 227619 h 356376"/>
                <a:gd name="connsiteX67" fmla="*/ 256551 w 356387"/>
                <a:gd name="connsiteY67" fmla="*/ 203048 h 356376"/>
                <a:gd name="connsiteX68" fmla="*/ 259695 w 356387"/>
                <a:gd name="connsiteY68" fmla="*/ 173536 h 356376"/>
                <a:gd name="connsiteX69" fmla="*/ 177701 w 356387"/>
                <a:gd name="connsiteY69" fmla="*/ 100405 h 356376"/>
                <a:gd name="connsiteX70" fmla="*/ 105173 w 356387"/>
                <a:gd name="connsiteY70" fmla="*/ 139128 h 356376"/>
                <a:gd name="connsiteX71" fmla="*/ 99488 w 356387"/>
                <a:gd name="connsiteY71" fmla="*/ 146564 h 356376"/>
                <a:gd name="connsiteX72" fmla="*/ 58920 w 356387"/>
                <a:gd name="connsiteY72" fmla="*/ 184731 h 356376"/>
                <a:gd name="connsiteX73" fmla="*/ 53480 w 356387"/>
                <a:gd name="connsiteY73" fmla="*/ 182434 h 356376"/>
                <a:gd name="connsiteX74" fmla="*/ 55777 w 356387"/>
                <a:gd name="connsiteY74" fmla="*/ 176993 h 356376"/>
                <a:gd name="connsiteX75" fmla="*/ 92795 w 356387"/>
                <a:gd name="connsiteY75" fmla="*/ 141553 h 356376"/>
                <a:gd name="connsiteX76" fmla="*/ 98641 w 356387"/>
                <a:gd name="connsiteY76" fmla="*/ 133908 h 356376"/>
                <a:gd name="connsiteX77" fmla="*/ 177689 w 356387"/>
                <a:gd name="connsiteY77" fmla="*/ 92064 h 356376"/>
                <a:gd name="connsiteX78" fmla="*/ 268048 w 356387"/>
                <a:gd name="connsiteY78" fmla="*/ 173548 h 356376"/>
                <a:gd name="connsiteX79" fmla="*/ 264683 w 356387"/>
                <a:gd name="connsiteY79" fmla="*/ 204939 h 356376"/>
                <a:gd name="connsiteX80" fmla="*/ 262027 w 356387"/>
                <a:gd name="connsiteY80" fmla="*/ 227642 h 356376"/>
                <a:gd name="connsiteX81" fmla="*/ 282340 w 356387"/>
                <a:gd name="connsiteY81" fmla="*/ 261853 h 356376"/>
                <a:gd name="connsiteX82" fmla="*/ 284509 w 356387"/>
                <a:gd name="connsiteY82" fmla="*/ 267352 h 356376"/>
                <a:gd name="connsiteX83" fmla="*/ 280704 w 356387"/>
                <a:gd name="connsiteY83" fmla="*/ 269834 h 356376"/>
                <a:gd name="connsiteX84" fmla="*/ 284509 w 356387"/>
                <a:gd name="connsiteY84" fmla="*/ 241981 h 356376"/>
                <a:gd name="connsiteX85" fmla="*/ 282050 w 356387"/>
                <a:gd name="connsiteY85" fmla="*/ 241180 h 356376"/>
                <a:gd name="connsiteX86" fmla="*/ 281133 w 356387"/>
                <a:gd name="connsiteY86" fmla="*/ 235345 h 356376"/>
                <a:gd name="connsiteX87" fmla="*/ 294463 w 356387"/>
                <a:gd name="connsiteY87" fmla="*/ 184023 h 356376"/>
                <a:gd name="connsiteX88" fmla="*/ 287119 w 356387"/>
                <a:gd name="connsiteY88" fmla="*/ 146959 h 356376"/>
                <a:gd name="connsiteX89" fmla="*/ 289138 w 356387"/>
                <a:gd name="connsiteY89" fmla="*/ 141402 h 356376"/>
                <a:gd name="connsiteX90" fmla="*/ 294695 w 356387"/>
                <a:gd name="connsiteY90" fmla="*/ 143409 h 356376"/>
                <a:gd name="connsiteX91" fmla="*/ 302827 w 356387"/>
                <a:gd name="connsiteY91" fmla="*/ 184023 h 356376"/>
                <a:gd name="connsiteX92" fmla="*/ 287885 w 356387"/>
                <a:gd name="connsiteY92" fmla="*/ 240264 h 356376"/>
                <a:gd name="connsiteX93" fmla="*/ 284509 w 356387"/>
                <a:gd name="connsiteY93" fmla="*/ 241981 h 356376"/>
                <a:gd name="connsiteX94" fmla="*/ 64141 w 356387"/>
                <a:gd name="connsiteY94" fmla="*/ 141820 h 356376"/>
                <a:gd name="connsiteX95" fmla="*/ 61844 w 356387"/>
                <a:gd name="connsiteY95" fmla="*/ 141135 h 356376"/>
                <a:gd name="connsiteX96" fmla="*/ 60649 w 356387"/>
                <a:gd name="connsiteY96" fmla="*/ 135346 h 356376"/>
                <a:gd name="connsiteX97" fmla="*/ 177701 w 356387"/>
                <a:gd name="connsiteY97" fmla="*/ 63955 h 356376"/>
                <a:gd name="connsiteX98" fmla="*/ 285565 w 356387"/>
                <a:gd name="connsiteY98" fmla="*/ 122110 h 356376"/>
                <a:gd name="connsiteX99" fmla="*/ 284370 w 356387"/>
                <a:gd name="connsiteY99" fmla="*/ 127899 h 356376"/>
                <a:gd name="connsiteX100" fmla="*/ 278581 w 356387"/>
                <a:gd name="connsiteY100" fmla="*/ 126704 h 356376"/>
                <a:gd name="connsiteX101" fmla="*/ 177701 w 356387"/>
                <a:gd name="connsiteY101" fmla="*/ 72308 h 356376"/>
                <a:gd name="connsiteX102" fmla="*/ 67621 w 356387"/>
                <a:gd name="connsiteY102" fmla="*/ 139952 h 356376"/>
                <a:gd name="connsiteX103" fmla="*/ 64141 w 356387"/>
                <a:gd name="connsiteY103" fmla="*/ 141820 h 356376"/>
                <a:gd name="connsiteX104" fmla="*/ 278001 w 356387"/>
                <a:gd name="connsiteY104" fmla="*/ 85544 h 356376"/>
                <a:gd name="connsiteX105" fmla="*/ 275020 w 356387"/>
                <a:gd name="connsiteY105" fmla="*/ 84291 h 356376"/>
                <a:gd name="connsiteX106" fmla="*/ 179220 w 356387"/>
                <a:gd name="connsiteY106" fmla="*/ 43155 h 356376"/>
                <a:gd name="connsiteX107" fmla="*/ 178698 w 356387"/>
                <a:gd name="connsiteY107" fmla="*/ 43155 h 356376"/>
                <a:gd name="connsiteX108" fmla="*/ 81310 w 356387"/>
                <a:gd name="connsiteY108" fmla="*/ 83839 h 356376"/>
                <a:gd name="connsiteX109" fmla="*/ 75405 w 356387"/>
                <a:gd name="connsiteY109" fmla="*/ 83908 h 356376"/>
                <a:gd name="connsiteX110" fmla="*/ 75335 w 356387"/>
                <a:gd name="connsiteY110" fmla="*/ 78004 h 356376"/>
                <a:gd name="connsiteX111" fmla="*/ 178698 w 356387"/>
                <a:gd name="connsiteY111" fmla="*/ 34802 h 356376"/>
                <a:gd name="connsiteX112" fmla="*/ 179255 w 356387"/>
                <a:gd name="connsiteY112" fmla="*/ 34802 h 356376"/>
                <a:gd name="connsiteX113" fmla="*/ 280983 w 356387"/>
                <a:gd name="connsiteY113" fmla="*/ 78444 h 356376"/>
                <a:gd name="connsiteX114" fmla="*/ 280925 w 356387"/>
                <a:gd name="connsiteY114" fmla="*/ 84349 h 356376"/>
                <a:gd name="connsiteX115" fmla="*/ 278001 w 356387"/>
                <a:gd name="connsiteY115" fmla="*/ 85544 h 356376"/>
                <a:gd name="connsiteX116" fmla="*/ 352200 w 356387"/>
                <a:gd name="connsiteY116" fmla="*/ 356376 h 356376"/>
                <a:gd name="connsiteX117" fmla="*/ 305797 w 356387"/>
                <a:gd name="connsiteY117" fmla="*/ 356376 h 356376"/>
                <a:gd name="connsiteX118" fmla="*/ 305797 w 356387"/>
                <a:gd name="connsiteY118" fmla="*/ 348023 h 356376"/>
                <a:gd name="connsiteX119" fmla="*/ 348023 w 356387"/>
                <a:gd name="connsiteY119" fmla="*/ 348023 h 356376"/>
                <a:gd name="connsiteX120" fmla="*/ 348023 w 356387"/>
                <a:gd name="connsiteY120" fmla="*/ 305797 h 356376"/>
                <a:gd name="connsiteX121" fmla="*/ 356388 w 356387"/>
                <a:gd name="connsiteY121" fmla="*/ 305797 h 356376"/>
                <a:gd name="connsiteX122" fmla="*/ 356388 w 356387"/>
                <a:gd name="connsiteY122" fmla="*/ 352200 h 356376"/>
                <a:gd name="connsiteX123" fmla="*/ 352200 w 356387"/>
                <a:gd name="connsiteY123" fmla="*/ 356376 h 356376"/>
                <a:gd name="connsiteX124" fmla="*/ 50579 w 356387"/>
                <a:gd name="connsiteY124" fmla="*/ 356376 h 356376"/>
                <a:gd name="connsiteX125" fmla="*/ 4176 w 356387"/>
                <a:gd name="connsiteY125" fmla="*/ 356376 h 356376"/>
                <a:gd name="connsiteX126" fmla="*/ 0 w 356387"/>
                <a:gd name="connsiteY126" fmla="*/ 352200 h 356376"/>
                <a:gd name="connsiteX127" fmla="*/ 0 w 356387"/>
                <a:gd name="connsiteY127" fmla="*/ 305797 h 356376"/>
                <a:gd name="connsiteX128" fmla="*/ 8353 w 356387"/>
                <a:gd name="connsiteY128" fmla="*/ 305797 h 356376"/>
                <a:gd name="connsiteX129" fmla="*/ 8353 w 356387"/>
                <a:gd name="connsiteY129" fmla="*/ 348023 h 356376"/>
                <a:gd name="connsiteX130" fmla="*/ 50579 w 356387"/>
                <a:gd name="connsiteY130" fmla="*/ 348023 h 356376"/>
                <a:gd name="connsiteX131" fmla="*/ 50579 w 356387"/>
                <a:gd name="connsiteY131" fmla="*/ 356376 h 356376"/>
                <a:gd name="connsiteX132" fmla="*/ 356376 w 356387"/>
                <a:gd name="connsiteY132" fmla="*/ 50579 h 356376"/>
                <a:gd name="connsiteX133" fmla="*/ 348023 w 356387"/>
                <a:gd name="connsiteY133" fmla="*/ 50579 h 356376"/>
                <a:gd name="connsiteX134" fmla="*/ 348023 w 356387"/>
                <a:gd name="connsiteY134" fmla="*/ 8353 h 356376"/>
                <a:gd name="connsiteX135" fmla="*/ 305797 w 356387"/>
                <a:gd name="connsiteY135" fmla="*/ 8353 h 356376"/>
                <a:gd name="connsiteX136" fmla="*/ 305797 w 356387"/>
                <a:gd name="connsiteY136" fmla="*/ 0 h 356376"/>
                <a:gd name="connsiteX137" fmla="*/ 352200 w 356387"/>
                <a:gd name="connsiteY137" fmla="*/ 0 h 356376"/>
                <a:gd name="connsiteX138" fmla="*/ 356376 w 356387"/>
                <a:gd name="connsiteY138" fmla="*/ 4176 h 356376"/>
                <a:gd name="connsiteX139" fmla="*/ 356376 w 356387"/>
                <a:gd name="connsiteY139" fmla="*/ 50579 h 356376"/>
                <a:gd name="connsiteX140" fmla="*/ 8353 w 356387"/>
                <a:gd name="connsiteY140" fmla="*/ 50579 h 356376"/>
                <a:gd name="connsiteX141" fmla="*/ 0 w 356387"/>
                <a:gd name="connsiteY141" fmla="*/ 50579 h 356376"/>
                <a:gd name="connsiteX142" fmla="*/ 0 w 356387"/>
                <a:gd name="connsiteY142" fmla="*/ 4176 h 356376"/>
                <a:gd name="connsiteX143" fmla="*/ 4176 w 356387"/>
                <a:gd name="connsiteY143" fmla="*/ 0 h 356376"/>
                <a:gd name="connsiteX144" fmla="*/ 50579 w 356387"/>
                <a:gd name="connsiteY144" fmla="*/ 0 h 356376"/>
                <a:gd name="connsiteX145" fmla="*/ 50579 w 356387"/>
                <a:gd name="connsiteY145" fmla="*/ 8353 h 356376"/>
                <a:gd name="connsiteX146" fmla="*/ 8353 w 356387"/>
                <a:gd name="connsiteY146" fmla="*/ 8353 h 356376"/>
                <a:gd name="connsiteX147" fmla="*/ 8353 w 356387"/>
                <a:gd name="connsiteY147" fmla="*/ 50579 h 35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356387" h="356376">
                  <a:moveTo>
                    <a:pt x="190102" y="321574"/>
                  </a:moveTo>
                  <a:cubicBezTo>
                    <a:pt x="187956" y="321574"/>
                    <a:pt x="186135" y="319938"/>
                    <a:pt x="185949" y="317769"/>
                  </a:cubicBezTo>
                  <a:cubicBezTo>
                    <a:pt x="184951" y="306690"/>
                    <a:pt x="178176" y="295518"/>
                    <a:pt x="165288" y="295518"/>
                  </a:cubicBezTo>
                  <a:cubicBezTo>
                    <a:pt x="153409" y="295518"/>
                    <a:pt x="146448" y="302270"/>
                    <a:pt x="139082" y="313175"/>
                  </a:cubicBezTo>
                  <a:cubicBezTo>
                    <a:pt x="137794" y="315100"/>
                    <a:pt x="135219" y="315588"/>
                    <a:pt x="133281" y="314312"/>
                  </a:cubicBezTo>
                  <a:cubicBezTo>
                    <a:pt x="131367" y="313024"/>
                    <a:pt x="130868" y="310414"/>
                    <a:pt x="132156" y="308511"/>
                  </a:cubicBezTo>
                  <a:cubicBezTo>
                    <a:pt x="139650" y="297421"/>
                    <a:pt x="148838" y="287154"/>
                    <a:pt x="165276" y="287154"/>
                  </a:cubicBezTo>
                  <a:cubicBezTo>
                    <a:pt x="183339" y="287154"/>
                    <a:pt x="192956" y="302641"/>
                    <a:pt x="194255" y="317015"/>
                  </a:cubicBezTo>
                  <a:cubicBezTo>
                    <a:pt x="194464" y="319312"/>
                    <a:pt x="192770" y="321342"/>
                    <a:pt x="190473" y="321550"/>
                  </a:cubicBezTo>
                  <a:cubicBezTo>
                    <a:pt x="190357" y="321562"/>
                    <a:pt x="190230" y="321574"/>
                    <a:pt x="190102" y="321574"/>
                  </a:cubicBezTo>
                  <a:close/>
                  <a:moveTo>
                    <a:pt x="226517" y="312803"/>
                  </a:moveTo>
                  <a:cubicBezTo>
                    <a:pt x="225774" y="312803"/>
                    <a:pt x="225020" y="312595"/>
                    <a:pt x="224336" y="312177"/>
                  </a:cubicBezTo>
                  <a:cubicBezTo>
                    <a:pt x="205983" y="300947"/>
                    <a:pt x="195032" y="283558"/>
                    <a:pt x="195032" y="265646"/>
                  </a:cubicBezTo>
                  <a:cubicBezTo>
                    <a:pt x="195032" y="259185"/>
                    <a:pt x="196332" y="252085"/>
                    <a:pt x="198513" y="246633"/>
                  </a:cubicBezTo>
                  <a:cubicBezTo>
                    <a:pt x="199359" y="244463"/>
                    <a:pt x="201854" y="243454"/>
                    <a:pt x="203930" y="244301"/>
                  </a:cubicBezTo>
                  <a:cubicBezTo>
                    <a:pt x="206088" y="245148"/>
                    <a:pt x="207120" y="247572"/>
                    <a:pt x="206262" y="249718"/>
                  </a:cubicBezTo>
                  <a:cubicBezTo>
                    <a:pt x="204139" y="255043"/>
                    <a:pt x="203397" y="261447"/>
                    <a:pt x="203397" y="265646"/>
                  </a:cubicBezTo>
                  <a:cubicBezTo>
                    <a:pt x="203397" y="280391"/>
                    <a:pt x="213095" y="295495"/>
                    <a:pt x="228698" y="305054"/>
                  </a:cubicBezTo>
                  <a:cubicBezTo>
                    <a:pt x="230670" y="306261"/>
                    <a:pt x="231296" y="308824"/>
                    <a:pt x="230078" y="310785"/>
                  </a:cubicBezTo>
                  <a:cubicBezTo>
                    <a:pt x="229289" y="312096"/>
                    <a:pt x="227921" y="312803"/>
                    <a:pt x="226517" y="312803"/>
                  </a:cubicBezTo>
                  <a:close/>
                  <a:moveTo>
                    <a:pt x="108549" y="303105"/>
                  </a:moveTo>
                  <a:cubicBezTo>
                    <a:pt x="107191" y="303105"/>
                    <a:pt x="105869" y="302444"/>
                    <a:pt x="105068" y="301238"/>
                  </a:cubicBezTo>
                  <a:cubicBezTo>
                    <a:pt x="103792" y="299312"/>
                    <a:pt x="104314" y="296713"/>
                    <a:pt x="106240" y="295449"/>
                  </a:cubicBezTo>
                  <a:cubicBezTo>
                    <a:pt x="132411" y="278094"/>
                    <a:pt x="153571" y="261284"/>
                    <a:pt x="174835" y="240937"/>
                  </a:cubicBezTo>
                  <a:cubicBezTo>
                    <a:pt x="185937" y="230310"/>
                    <a:pt x="204557" y="209011"/>
                    <a:pt x="204557" y="185775"/>
                  </a:cubicBezTo>
                  <a:cubicBezTo>
                    <a:pt x="204557" y="171808"/>
                    <a:pt x="195148" y="156970"/>
                    <a:pt x="177724" y="156970"/>
                  </a:cubicBezTo>
                  <a:cubicBezTo>
                    <a:pt x="162214" y="156970"/>
                    <a:pt x="150323" y="174824"/>
                    <a:pt x="138838" y="192074"/>
                  </a:cubicBezTo>
                  <a:cubicBezTo>
                    <a:pt x="132701" y="201297"/>
                    <a:pt x="126901" y="209997"/>
                    <a:pt x="120439" y="216320"/>
                  </a:cubicBezTo>
                  <a:cubicBezTo>
                    <a:pt x="102829" y="233524"/>
                    <a:pt x="84628" y="243744"/>
                    <a:pt x="64373" y="254405"/>
                  </a:cubicBezTo>
                  <a:cubicBezTo>
                    <a:pt x="62331" y="255484"/>
                    <a:pt x="59790" y="254684"/>
                    <a:pt x="58735" y="252665"/>
                  </a:cubicBezTo>
                  <a:cubicBezTo>
                    <a:pt x="57656" y="250612"/>
                    <a:pt x="58445" y="248094"/>
                    <a:pt x="60486" y="247027"/>
                  </a:cubicBezTo>
                  <a:cubicBezTo>
                    <a:pt x="80150" y="236668"/>
                    <a:pt x="97806" y="226772"/>
                    <a:pt x="114616" y="210345"/>
                  </a:cubicBezTo>
                  <a:cubicBezTo>
                    <a:pt x="120439" y="204649"/>
                    <a:pt x="126008" y="196297"/>
                    <a:pt x="131889" y="187457"/>
                  </a:cubicBezTo>
                  <a:cubicBezTo>
                    <a:pt x="144604" y="168362"/>
                    <a:pt x="157747" y="148629"/>
                    <a:pt x="177736" y="148629"/>
                  </a:cubicBezTo>
                  <a:cubicBezTo>
                    <a:pt x="199765" y="148629"/>
                    <a:pt x="212932" y="167515"/>
                    <a:pt x="212932" y="185787"/>
                  </a:cubicBezTo>
                  <a:cubicBezTo>
                    <a:pt x="212932" y="212143"/>
                    <a:pt x="192689" y="235438"/>
                    <a:pt x="180624" y="246981"/>
                  </a:cubicBezTo>
                  <a:cubicBezTo>
                    <a:pt x="158989" y="267688"/>
                    <a:pt x="137481" y="284788"/>
                    <a:pt x="110869" y="302421"/>
                  </a:cubicBezTo>
                  <a:cubicBezTo>
                    <a:pt x="110138" y="302873"/>
                    <a:pt x="109337" y="303105"/>
                    <a:pt x="108549" y="303105"/>
                  </a:cubicBezTo>
                  <a:close/>
                  <a:moveTo>
                    <a:pt x="263129" y="292433"/>
                  </a:moveTo>
                  <a:cubicBezTo>
                    <a:pt x="262619" y="292433"/>
                    <a:pt x="262096" y="292340"/>
                    <a:pt x="261598" y="292142"/>
                  </a:cubicBezTo>
                  <a:cubicBezTo>
                    <a:pt x="230693" y="279996"/>
                    <a:pt x="224197" y="255008"/>
                    <a:pt x="224197" y="236180"/>
                  </a:cubicBezTo>
                  <a:cubicBezTo>
                    <a:pt x="224197" y="228060"/>
                    <a:pt x="225798" y="220473"/>
                    <a:pt x="227468" y="212422"/>
                  </a:cubicBezTo>
                  <a:cubicBezTo>
                    <a:pt x="229440" y="203002"/>
                    <a:pt x="231482" y="193281"/>
                    <a:pt x="231482" y="180949"/>
                  </a:cubicBezTo>
                  <a:cubicBezTo>
                    <a:pt x="231482" y="159000"/>
                    <a:pt x="212805" y="128583"/>
                    <a:pt x="177701" y="128583"/>
                  </a:cubicBezTo>
                  <a:cubicBezTo>
                    <a:pt x="148096" y="128583"/>
                    <a:pt x="130172" y="151425"/>
                    <a:pt x="122121" y="165044"/>
                  </a:cubicBezTo>
                  <a:cubicBezTo>
                    <a:pt x="114256" y="178350"/>
                    <a:pt x="92354" y="210635"/>
                    <a:pt x="58793" y="223048"/>
                  </a:cubicBezTo>
                  <a:cubicBezTo>
                    <a:pt x="56612" y="223825"/>
                    <a:pt x="54222" y="222758"/>
                    <a:pt x="53422" y="220577"/>
                  </a:cubicBezTo>
                  <a:cubicBezTo>
                    <a:pt x="52621" y="218408"/>
                    <a:pt x="53735" y="216007"/>
                    <a:pt x="55893" y="215206"/>
                  </a:cubicBezTo>
                  <a:cubicBezTo>
                    <a:pt x="77435" y="207248"/>
                    <a:pt x="99500" y="186912"/>
                    <a:pt x="114929" y="160798"/>
                  </a:cubicBezTo>
                  <a:cubicBezTo>
                    <a:pt x="123885" y="145648"/>
                    <a:pt x="143943" y="120230"/>
                    <a:pt x="177701" y="120230"/>
                  </a:cubicBezTo>
                  <a:cubicBezTo>
                    <a:pt x="214870" y="120230"/>
                    <a:pt x="239835" y="151622"/>
                    <a:pt x="239835" y="180937"/>
                  </a:cubicBezTo>
                  <a:cubicBezTo>
                    <a:pt x="239835" y="194127"/>
                    <a:pt x="237607" y="204754"/>
                    <a:pt x="235647" y="214116"/>
                  </a:cubicBezTo>
                  <a:cubicBezTo>
                    <a:pt x="233976" y="222051"/>
                    <a:pt x="232549" y="228895"/>
                    <a:pt x="232549" y="236157"/>
                  </a:cubicBezTo>
                  <a:cubicBezTo>
                    <a:pt x="232549" y="252387"/>
                    <a:pt x="238106" y="273929"/>
                    <a:pt x="264649" y="284347"/>
                  </a:cubicBezTo>
                  <a:cubicBezTo>
                    <a:pt x="266795" y="285182"/>
                    <a:pt x="267850" y="287607"/>
                    <a:pt x="267004" y="289764"/>
                  </a:cubicBezTo>
                  <a:cubicBezTo>
                    <a:pt x="266377" y="291423"/>
                    <a:pt x="264799" y="292433"/>
                    <a:pt x="263129" y="292433"/>
                  </a:cubicBezTo>
                  <a:close/>
                  <a:moveTo>
                    <a:pt x="83560" y="284695"/>
                  </a:moveTo>
                  <a:cubicBezTo>
                    <a:pt x="82157" y="284695"/>
                    <a:pt x="80788" y="283976"/>
                    <a:pt x="79999" y="282699"/>
                  </a:cubicBezTo>
                  <a:cubicBezTo>
                    <a:pt x="78793" y="280739"/>
                    <a:pt x="79407" y="278164"/>
                    <a:pt x="81368" y="276957"/>
                  </a:cubicBezTo>
                  <a:cubicBezTo>
                    <a:pt x="111634" y="258338"/>
                    <a:pt x="152307" y="227480"/>
                    <a:pt x="174221" y="186332"/>
                  </a:cubicBezTo>
                  <a:cubicBezTo>
                    <a:pt x="175311" y="184290"/>
                    <a:pt x="177817" y="183501"/>
                    <a:pt x="179870" y="184615"/>
                  </a:cubicBezTo>
                  <a:cubicBezTo>
                    <a:pt x="181900" y="185705"/>
                    <a:pt x="182678" y="188234"/>
                    <a:pt x="181587" y="190264"/>
                  </a:cubicBezTo>
                  <a:cubicBezTo>
                    <a:pt x="158792" y="233048"/>
                    <a:pt x="116878" y="264904"/>
                    <a:pt x="85741" y="284068"/>
                  </a:cubicBezTo>
                  <a:cubicBezTo>
                    <a:pt x="85069" y="284486"/>
                    <a:pt x="84314" y="284695"/>
                    <a:pt x="83560" y="284695"/>
                  </a:cubicBezTo>
                  <a:close/>
                  <a:moveTo>
                    <a:pt x="280704" y="269834"/>
                  </a:moveTo>
                  <a:cubicBezTo>
                    <a:pt x="280147" y="269834"/>
                    <a:pt x="279579" y="269718"/>
                    <a:pt x="279034" y="269486"/>
                  </a:cubicBezTo>
                  <a:cubicBezTo>
                    <a:pt x="257943" y="260322"/>
                    <a:pt x="253686" y="246667"/>
                    <a:pt x="253686" y="227619"/>
                  </a:cubicBezTo>
                  <a:cubicBezTo>
                    <a:pt x="253686" y="215543"/>
                    <a:pt x="255078" y="209487"/>
                    <a:pt x="256551" y="203048"/>
                  </a:cubicBezTo>
                  <a:cubicBezTo>
                    <a:pt x="258106" y="196285"/>
                    <a:pt x="259695" y="189278"/>
                    <a:pt x="259695" y="173536"/>
                  </a:cubicBezTo>
                  <a:cubicBezTo>
                    <a:pt x="259695" y="138363"/>
                    <a:pt x="228350" y="100405"/>
                    <a:pt x="177701" y="100405"/>
                  </a:cubicBezTo>
                  <a:cubicBezTo>
                    <a:pt x="139430" y="100405"/>
                    <a:pt x="120892" y="119534"/>
                    <a:pt x="105173" y="139128"/>
                  </a:cubicBezTo>
                  <a:cubicBezTo>
                    <a:pt x="103444" y="141298"/>
                    <a:pt x="101542" y="143815"/>
                    <a:pt x="99488" y="146564"/>
                  </a:cubicBezTo>
                  <a:cubicBezTo>
                    <a:pt x="89593" y="159743"/>
                    <a:pt x="76055" y="177794"/>
                    <a:pt x="58920" y="184731"/>
                  </a:cubicBezTo>
                  <a:cubicBezTo>
                    <a:pt x="56774" y="185601"/>
                    <a:pt x="54350" y="184568"/>
                    <a:pt x="53480" y="182434"/>
                  </a:cubicBezTo>
                  <a:cubicBezTo>
                    <a:pt x="52610" y="180299"/>
                    <a:pt x="53642" y="177863"/>
                    <a:pt x="55777" y="176993"/>
                  </a:cubicBezTo>
                  <a:cubicBezTo>
                    <a:pt x="70753" y="170926"/>
                    <a:pt x="83491" y="153942"/>
                    <a:pt x="92795" y="141553"/>
                  </a:cubicBezTo>
                  <a:cubicBezTo>
                    <a:pt x="94918" y="138734"/>
                    <a:pt x="96867" y="136135"/>
                    <a:pt x="98641" y="133908"/>
                  </a:cubicBezTo>
                  <a:cubicBezTo>
                    <a:pt x="115625" y="112725"/>
                    <a:pt x="135718" y="92064"/>
                    <a:pt x="177689" y="92064"/>
                  </a:cubicBezTo>
                  <a:cubicBezTo>
                    <a:pt x="233501" y="92064"/>
                    <a:pt x="268048" y="134360"/>
                    <a:pt x="268048" y="173548"/>
                  </a:cubicBezTo>
                  <a:cubicBezTo>
                    <a:pt x="268048" y="190241"/>
                    <a:pt x="266261" y="198049"/>
                    <a:pt x="264683" y="204939"/>
                  </a:cubicBezTo>
                  <a:cubicBezTo>
                    <a:pt x="263315" y="210891"/>
                    <a:pt x="262027" y="216517"/>
                    <a:pt x="262027" y="227642"/>
                  </a:cubicBezTo>
                  <a:cubicBezTo>
                    <a:pt x="262027" y="246865"/>
                    <a:pt x="266957" y="255182"/>
                    <a:pt x="282340" y="261853"/>
                  </a:cubicBezTo>
                  <a:cubicBezTo>
                    <a:pt x="284463" y="262769"/>
                    <a:pt x="285426" y="265229"/>
                    <a:pt x="284509" y="267352"/>
                  </a:cubicBezTo>
                  <a:cubicBezTo>
                    <a:pt x="283848" y="268895"/>
                    <a:pt x="282317" y="269834"/>
                    <a:pt x="280704" y="269834"/>
                  </a:cubicBezTo>
                  <a:close/>
                  <a:moveTo>
                    <a:pt x="284509" y="241981"/>
                  </a:moveTo>
                  <a:cubicBezTo>
                    <a:pt x="283651" y="241981"/>
                    <a:pt x="282792" y="241725"/>
                    <a:pt x="282050" y="241180"/>
                  </a:cubicBezTo>
                  <a:cubicBezTo>
                    <a:pt x="280182" y="239823"/>
                    <a:pt x="279776" y="237201"/>
                    <a:pt x="281133" y="235345"/>
                  </a:cubicBezTo>
                  <a:cubicBezTo>
                    <a:pt x="289358" y="224081"/>
                    <a:pt x="294463" y="204417"/>
                    <a:pt x="294463" y="184023"/>
                  </a:cubicBezTo>
                  <a:cubicBezTo>
                    <a:pt x="294463" y="172910"/>
                    <a:pt x="293581" y="160729"/>
                    <a:pt x="287119" y="146959"/>
                  </a:cubicBezTo>
                  <a:cubicBezTo>
                    <a:pt x="286145" y="144871"/>
                    <a:pt x="287038" y="142376"/>
                    <a:pt x="289138" y="141402"/>
                  </a:cubicBezTo>
                  <a:cubicBezTo>
                    <a:pt x="291180" y="140439"/>
                    <a:pt x="293709" y="141321"/>
                    <a:pt x="294695" y="143409"/>
                  </a:cubicBezTo>
                  <a:cubicBezTo>
                    <a:pt x="301852" y="158699"/>
                    <a:pt x="302827" y="172527"/>
                    <a:pt x="302827" y="184023"/>
                  </a:cubicBezTo>
                  <a:cubicBezTo>
                    <a:pt x="302827" y="206436"/>
                    <a:pt x="297247" y="227468"/>
                    <a:pt x="287885" y="240264"/>
                  </a:cubicBezTo>
                  <a:cubicBezTo>
                    <a:pt x="287061" y="241377"/>
                    <a:pt x="285785" y="241981"/>
                    <a:pt x="284509" y="241981"/>
                  </a:cubicBezTo>
                  <a:close/>
                  <a:moveTo>
                    <a:pt x="64141" y="141820"/>
                  </a:moveTo>
                  <a:cubicBezTo>
                    <a:pt x="63352" y="141820"/>
                    <a:pt x="62551" y="141599"/>
                    <a:pt x="61844" y="141135"/>
                  </a:cubicBezTo>
                  <a:cubicBezTo>
                    <a:pt x="59918" y="139871"/>
                    <a:pt x="59384" y="137272"/>
                    <a:pt x="60649" y="135346"/>
                  </a:cubicBezTo>
                  <a:cubicBezTo>
                    <a:pt x="80834" y="104697"/>
                    <a:pt x="114941" y="63955"/>
                    <a:pt x="177701" y="63955"/>
                  </a:cubicBezTo>
                  <a:cubicBezTo>
                    <a:pt x="221262" y="63955"/>
                    <a:pt x="261574" y="85695"/>
                    <a:pt x="285565" y="122110"/>
                  </a:cubicBezTo>
                  <a:cubicBezTo>
                    <a:pt x="286829" y="124047"/>
                    <a:pt x="286296" y="126634"/>
                    <a:pt x="284370" y="127899"/>
                  </a:cubicBezTo>
                  <a:cubicBezTo>
                    <a:pt x="282444" y="129163"/>
                    <a:pt x="279857" y="128653"/>
                    <a:pt x="278581" y="126704"/>
                  </a:cubicBezTo>
                  <a:cubicBezTo>
                    <a:pt x="256145" y="92632"/>
                    <a:pt x="218431" y="72308"/>
                    <a:pt x="177701" y="72308"/>
                  </a:cubicBezTo>
                  <a:cubicBezTo>
                    <a:pt x="118966" y="72308"/>
                    <a:pt x="86751" y="110915"/>
                    <a:pt x="67621" y="139952"/>
                  </a:cubicBezTo>
                  <a:cubicBezTo>
                    <a:pt x="66832" y="141170"/>
                    <a:pt x="65498" y="141820"/>
                    <a:pt x="64141" y="141820"/>
                  </a:cubicBezTo>
                  <a:close/>
                  <a:moveTo>
                    <a:pt x="278001" y="85544"/>
                  </a:moveTo>
                  <a:cubicBezTo>
                    <a:pt x="276911" y="85544"/>
                    <a:pt x="275832" y="85127"/>
                    <a:pt x="275020" y="84291"/>
                  </a:cubicBezTo>
                  <a:cubicBezTo>
                    <a:pt x="249544" y="58271"/>
                    <a:pt x="214626" y="43271"/>
                    <a:pt x="179220" y="43155"/>
                  </a:cubicBezTo>
                  <a:cubicBezTo>
                    <a:pt x="179046" y="43155"/>
                    <a:pt x="178872" y="43155"/>
                    <a:pt x="178698" y="43155"/>
                  </a:cubicBezTo>
                  <a:cubicBezTo>
                    <a:pt x="140996" y="43155"/>
                    <a:pt x="107330" y="57215"/>
                    <a:pt x="81310" y="83839"/>
                  </a:cubicBezTo>
                  <a:cubicBezTo>
                    <a:pt x="79697" y="85486"/>
                    <a:pt x="77041" y="85498"/>
                    <a:pt x="75405" y="83908"/>
                  </a:cubicBezTo>
                  <a:cubicBezTo>
                    <a:pt x="73758" y="82296"/>
                    <a:pt x="73723" y="79651"/>
                    <a:pt x="75335" y="78004"/>
                  </a:cubicBezTo>
                  <a:cubicBezTo>
                    <a:pt x="102957" y="49733"/>
                    <a:pt x="138687" y="34802"/>
                    <a:pt x="178698" y="34802"/>
                  </a:cubicBezTo>
                  <a:cubicBezTo>
                    <a:pt x="178884" y="34802"/>
                    <a:pt x="179070" y="34802"/>
                    <a:pt x="179255" y="34802"/>
                  </a:cubicBezTo>
                  <a:cubicBezTo>
                    <a:pt x="216865" y="34930"/>
                    <a:pt x="253941" y="50835"/>
                    <a:pt x="280983" y="78444"/>
                  </a:cubicBezTo>
                  <a:cubicBezTo>
                    <a:pt x="282607" y="80092"/>
                    <a:pt x="282572" y="82737"/>
                    <a:pt x="280925" y="84349"/>
                  </a:cubicBezTo>
                  <a:cubicBezTo>
                    <a:pt x="280101" y="85150"/>
                    <a:pt x="279045" y="85544"/>
                    <a:pt x="278001" y="85544"/>
                  </a:cubicBezTo>
                  <a:close/>
                  <a:moveTo>
                    <a:pt x="352200" y="356376"/>
                  </a:moveTo>
                  <a:lnTo>
                    <a:pt x="305797" y="356376"/>
                  </a:lnTo>
                  <a:lnTo>
                    <a:pt x="305797" y="348023"/>
                  </a:lnTo>
                  <a:lnTo>
                    <a:pt x="348023" y="348023"/>
                  </a:lnTo>
                  <a:lnTo>
                    <a:pt x="348023" y="305797"/>
                  </a:lnTo>
                  <a:lnTo>
                    <a:pt x="356388" y="305797"/>
                  </a:lnTo>
                  <a:lnTo>
                    <a:pt x="356388" y="352200"/>
                  </a:lnTo>
                  <a:cubicBezTo>
                    <a:pt x="356376" y="354508"/>
                    <a:pt x="354508" y="356376"/>
                    <a:pt x="352200" y="356376"/>
                  </a:cubicBezTo>
                  <a:close/>
                  <a:moveTo>
                    <a:pt x="50579" y="356376"/>
                  </a:moveTo>
                  <a:lnTo>
                    <a:pt x="4176" y="356376"/>
                  </a:lnTo>
                  <a:cubicBezTo>
                    <a:pt x="1868" y="356376"/>
                    <a:pt x="0" y="354508"/>
                    <a:pt x="0" y="352200"/>
                  </a:cubicBezTo>
                  <a:lnTo>
                    <a:pt x="0" y="305797"/>
                  </a:lnTo>
                  <a:lnTo>
                    <a:pt x="8353" y="305797"/>
                  </a:lnTo>
                  <a:lnTo>
                    <a:pt x="8353" y="348023"/>
                  </a:lnTo>
                  <a:lnTo>
                    <a:pt x="50579" y="348023"/>
                  </a:lnTo>
                  <a:lnTo>
                    <a:pt x="50579" y="356376"/>
                  </a:lnTo>
                  <a:close/>
                  <a:moveTo>
                    <a:pt x="356376" y="50579"/>
                  </a:moveTo>
                  <a:lnTo>
                    <a:pt x="348023" y="50579"/>
                  </a:lnTo>
                  <a:lnTo>
                    <a:pt x="348023" y="8353"/>
                  </a:lnTo>
                  <a:lnTo>
                    <a:pt x="305797" y="8353"/>
                  </a:lnTo>
                  <a:lnTo>
                    <a:pt x="305797" y="0"/>
                  </a:lnTo>
                  <a:lnTo>
                    <a:pt x="352200" y="0"/>
                  </a:lnTo>
                  <a:cubicBezTo>
                    <a:pt x="354508" y="0"/>
                    <a:pt x="356376" y="1868"/>
                    <a:pt x="356376" y="4176"/>
                  </a:cubicBezTo>
                  <a:lnTo>
                    <a:pt x="356376" y="50579"/>
                  </a:lnTo>
                  <a:close/>
                  <a:moveTo>
                    <a:pt x="8353" y="50579"/>
                  </a:moveTo>
                  <a:lnTo>
                    <a:pt x="0" y="50579"/>
                  </a:lnTo>
                  <a:lnTo>
                    <a:pt x="0" y="4176"/>
                  </a:lnTo>
                  <a:cubicBezTo>
                    <a:pt x="0" y="1868"/>
                    <a:pt x="1868" y="0"/>
                    <a:pt x="4176" y="0"/>
                  </a:cubicBezTo>
                  <a:lnTo>
                    <a:pt x="50579" y="0"/>
                  </a:lnTo>
                  <a:lnTo>
                    <a:pt x="50579" y="8353"/>
                  </a:lnTo>
                  <a:lnTo>
                    <a:pt x="8353" y="8353"/>
                  </a:lnTo>
                  <a:lnTo>
                    <a:pt x="8353" y="50579"/>
                  </a:lnTo>
                  <a:close/>
                </a:path>
              </a:pathLst>
            </a:custGeom>
            <a:solidFill>
              <a:srgbClr val="000000"/>
            </a:solidFill>
            <a:ln w="113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" name="Group 13">
              <a:extLst>
                <a:ext uri="{FF2B5EF4-FFF2-40B4-BE49-F238E27FC236}">
                  <a16:creationId xmlns:a16="http://schemas.microsoft.com/office/drawing/2014/main" id="{798EB2CB-A4C4-8FA8-83CA-989A3D10C5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598826" y="9545836"/>
              <a:ext cx="1438053" cy="1606896"/>
              <a:chOff x="8996" y="4253"/>
              <a:chExt cx="5434" cy="6072"/>
            </a:xfrm>
            <a:solidFill>
              <a:schemeClr val="tx1"/>
            </a:solidFill>
          </p:grpSpPr>
          <p:sp>
            <p:nvSpPr>
              <p:cNvPr id="24" name="Freeform 14">
                <a:extLst>
                  <a:ext uri="{FF2B5EF4-FFF2-40B4-BE49-F238E27FC236}">
                    <a16:creationId xmlns:a16="http://schemas.microsoft.com/office/drawing/2014/main" id="{43A87D26-0CA1-6FD1-74F1-68B29AA0E1A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86" y="5452"/>
                <a:ext cx="1445" cy="2473"/>
              </a:xfrm>
              <a:custGeom>
                <a:avLst/>
                <a:gdLst>
                  <a:gd name="T0" fmla="*/ 393 w 764"/>
                  <a:gd name="T1" fmla="*/ 197 h 1307"/>
                  <a:gd name="T2" fmla="*/ 197 w 764"/>
                  <a:gd name="T3" fmla="*/ 0 h 1307"/>
                  <a:gd name="T4" fmla="*/ 0 w 764"/>
                  <a:gd name="T5" fmla="*/ 197 h 1307"/>
                  <a:gd name="T6" fmla="*/ 197 w 764"/>
                  <a:gd name="T7" fmla="*/ 394 h 1307"/>
                  <a:gd name="T8" fmla="*/ 314 w 764"/>
                  <a:gd name="T9" fmla="*/ 355 h 1307"/>
                  <a:gd name="T10" fmla="*/ 687 w 764"/>
                  <a:gd name="T11" fmla="*/ 690 h 1307"/>
                  <a:gd name="T12" fmla="*/ 687 w 764"/>
                  <a:gd name="T13" fmla="*/ 1307 h 1307"/>
                  <a:gd name="T14" fmla="*/ 764 w 764"/>
                  <a:gd name="T15" fmla="*/ 1307 h 1307"/>
                  <a:gd name="T16" fmla="*/ 764 w 764"/>
                  <a:gd name="T17" fmla="*/ 656 h 1307"/>
                  <a:gd name="T18" fmla="*/ 365 w 764"/>
                  <a:gd name="T19" fmla="*/ 299 h 1307"/>
                  <a:gd name="T20" fmla="*/ 393 w 764"/>
                  <a:gd name="T21" fmla="*/ 197 h 1307"/>
                  <a:gd name="T22" fmla="*/ 197 w 764"/>
                  <a:gd name="T23" fmla="*/ 318 h 1307"/>
                  <a:gd name="T24" fmla="*/ 76 w 764"/>
                  <a:gd name="T25" fmla="*/ 197 h 1307"/>
                  <a:gd name="T26" fmla="*/ 197 w 764"/>
                  <a:gd name="T27" fmla="*/ 77 h 1307"/>
                  <a:gd name="T28" fmla="*/ 317 w 764"/>
                  <a:gd name="T29" fmla="*/ 197 h 1307"/>
                  <a:gd name="T30" fmla="*/ 197 w 764"/>
                  <a:gd name="T31" fmla="*/ 318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4" h="1307">
                    <a:moveTo>
                      <a:pt x="393" y="197"/>
                    </a:moveTo>
                    <a:cubicBezTo>
                      <a:pt x="393" y="89"/>
                      <a:pt x="305" y="0"/>
                      <a:pt x="197" y="0"/>
                    </a:cubicBezTo>
                    <a:cubicBezTo>
                      <a:pt x="88" y="0"/>
                      <a:pt x="0" y="89"/>
                      <a:pt x="0" y="197"/>
                    </a:cubicBezTo>
                    <a:cubicBezTo>
                      <a:pt x="0" y="306"/>
                      <a:pt x="88" y="394"/>
                      <a:pt x="197" y="394"/>
                    </a:cubicBezTo>
                    <a:cubicBezTo>
                      <a:pt x="240" y="394"/>
                      <a:pt x="281" y="379"/>
                      <a:pt x="314" y="355"/>
                    </a:cubicBezTo>
                    <a:cubicBezTo>
                      <a:pt x="687" y="690"/>
                      <a:pt x="687" y="690"/>
                      <a:pt x="687" y="690"/>
                    </a:cubicBezTo>
                    <a:cubicBezTo>
                      <a:pt x="687" y="1307"/>
                      <a:pt x="687" y="1307"/>
                      <a:pt x="687" y="1307"/>
                    </a:cubicBezTo>
                    <a:cubicBezTo>
                      <a:pt x="764" y="1307"/>
                      <a:pt x="764" y="1307"/>
                      <a:pt x="764" y="1307"/>
                    </a:cubicBezTo>
                    <a:cubicBezTo>
                      <a:pt x="764" y="656"/>
                      <a:pt x="764" y="656"/>
                      <a:pt x="764" y="656"/>
                    </a:cubicBezTo>
                    <a:cubicBezTo>
                      <a:pt x="365" y="299"/>
                      <a:pt x="365" y="299"/>
                      <a:pt x="365" y="299"/>
                    </a:cubicBezTo>
                    <a:cubicBezTo>
                      <a:pt x="383" y="269"/>
                      <a:pt x="393" y="234"/>
                      <a:pt x="393" y="197"/>
                    </a:cubicBezTo>
                    <a:close/>
                    <a:moveTo>
                      <a:pt x="197" y="318"/>
                    </a:moveTo>
                    <a:cubicBezTo>
                      <a:pt x="130" y="318"/>
                      <a:pt x="76" y="264"/>
                      <a:pt x="76" y="197"/>
                    </a:cubicBezTo>
                    <a:cubicBezTo>
                      <a:pt x="76" y="131"/>
                      <a:pt x="130" y="77"/>
                      <a:pt x="197" y="77"/>
                    </a:cubicBezTo>
                    <a:cubicBezTo>
                      <a:pt x="263" y="77"/>
                      <a:pt x="317" y="131"/>
                      <a:pt x="317" y="197"/>
                    </a:cubicBezTo>
                    <a:cubicBezTo>
                      <a:pt x="317" y="264"/>
                      <a:pt x="263" y="318"/>
                      <a:pt x="197" y="3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25" name="Freeform 15">
                <a:extLst>
                  <a:ext uri="{FF2B5EF4-FFF2-40B4-BE49-F238E27FC236}">
                    <a16:creationId xmlns:a16="http://schemas.microsoft.com/office/drawing/2014/main" id="{9671AAB7-74F8-69B4-5058-B4C55198C3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86" y="7454"/>
                <a:ext cx="1345" cy="2871"/>
              </a:xfrm>
              <a:custGeom>
                <a:avLst/>
                <a:gdLst>
                  <a:gd name="T0" fmla="*/ 393 w 711"/>
                  <a:gd name="T1" fmla="*/ 197 h 1518"/>
                  <a:gd name="T2" fmla="*/ 197 w 711"/>
                  <a:gd name="T3" fmla="*/ 0 h 1518"/>
                  <a:gd name="T4" fmla="*/ 0 w 711"/>
                  <a:gd name="T5" fmla="*/ 197 h 1518"/>
                  <a:gd name="T6" fmla="*/ 197 w 711"/>
                  <a:gd name="T7" fmla="*/ 393 h 1518"/>
                  <a:gd name="T8" fmla="*/ 322 w 711"/>
                  <a:gd name="T9" fmla="*/ 348 h 1518"/>
                  <a:gd name="T10" fmla="*/ 634 w 711"/>
                  <a:gd name="T11" fmla="*/ 604 h 1518"/>
                  <a:gd name="T12" fmla="*/ 634 w 711"/>
                  <a:gd name="T13" fmla="*/ 1518 h 1518"/>
                  <a:gd name="T14" fmla="*/ 711 w 711"/>
                  <a:gd name="T15" fmla="*/ 1518 h 1518"/>
                  <a:gd name="T16" fmla="*/ 711 w 711"/>
                  <a:gd name="T17" fmla="*/ 568 h 1518"/>
                  <a:gd name="T18" fmla="*/ 370 w 711"/>
                  <a:gd name="T19" fmla="*/ 289 h 1518"/>
                  <a:gd name="T20" fmla="*/ 393 w 711"/>
                  <a:gd name="T21" fmla="*/ 197 h 1518"/>
                  <a:gd name="T22" fmla="*/ 197 w 711"/>
                  <a:gd name="T23" fmla="*/ 317 h 1518"/>
                  <a:gd name="T24" fmla="*/ 76 w 711"/>
                  <a:gd name="T25" fmla="*/ 197 h 1518"/>
                  <a:gd name="T26" fmla="*/ 197 w 711"/>
                  <a:gd name="T27" fmla="*/ 76 h 1518"/>
                  <a:gd name="T28" fmla="*/ 317 w 711"/>
                  <a:gd name="T29" fmla="*/ 197 h 1518"/>
                  <a:gd name="T30" fmla="*/ 197 w 711"/>
                  <a:gd name="T31" fmla="*/ 317 h 1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11" h="1518">
                    <a:moveTo>
                      <a:pt x="393" y="197"/>
                    </a:moveTo>
                    <a:cubicBezTo>
                      <a:pt x="393" y="88"/>
                      <a:pt x="305" y="0"/>
                      <a:pt x="197" y="0"/>
                    </a:cubicBezTo>
                    <a:cubicBezTo>
                      <a:pt x="88" y="0"/>
                      <a:pt x="0" y="88"/>
                      <a:pt x="0" y="197"/>
                    </a:cubicBezTo>
                    <a:cubicBezTo>
                      <a:pt x="0" y="305"/>
                      <a:pt x="88" y="393"/>
                      <a:pt x="197" y="393"/>
                    </a:cubicBezTo>
                    <a:cubicBezTo>
                      <a:pt x="244" y="393"/>
                      <a:pt x="288" y="376"/>
                      <a:pt x="322" y="348"/>
                    </a:cubicBezTo>
                    <a:cubicBezTo>
                      <a:pt x="634" y="604"/>
                      <a:pt x="634" y="604"/>
                      <a:pt x="634" y="604"/>
                    </a:cubicBezTo>
                    <a:cubicBezTo>
                      <a:pt x="634" y="1518"/>
                      <a:pt x="634" y="1518"/>
                      <a:pt x="634" y="1518"/>
                    </a:cubicBezTo>
                    <a:cubicBezTo>
                      <a:pt x="711" y="1518"/>
                      <a:pt x="711" y="1518"/>
                      <a:pt x="711" y="1518"/>
                    </a:cubicBezTo>
                    <a:cubicBezTo>
                      <a:pt x="711" y="568"/>
                      <a:pt x="711" y="568"/>
                      <a:pt x="711" y="568"/>
                    </a:cubicBezTo>
                    <a:cubicBezTo>
                      <a:pt x="370" y="289"/>
                      <a:pt x="370" y="289"/>
                      <a:pt x="370" y="289"/>
                    </a:cubicBezTo>
                    <a:cubicBezTo>
                      <a:pt x="385" y="262"/>
                      <a:pt x="393" y="230"/>
                      <a:pt x="393" y="197"/>
                    </a:cubicBezTo>
                    <a:close/>
                    <a:moveTo>
                      <a:pt x="197" y="317"/>
                    </a:moveTo>
                    <a:cubicBezTo>
                      <a:pt x="130" y="317"/>
                      <a:pt x="76" y="263"/>
                      <a:pt x="76" y="197"/>
                    </a:cubicBezTo>
                    <a:cubicBezTo>
                      <a:pt x="76" y="130"/>
                      <a:pt x="130" y="76"/>
                      <a:pt x="197" y="76"/>
                    </a:cubicBezTo>
                    <a:cubicBezTo>
                      <a:pt x="263" y="76"/>
                      <a:pt x="317" y="130"/>
                      <a:pt x="317" y="197"/>
                    </a:cubicBezTo>
                    <a:cubicBezTo>
                      <a:pt x="317" y="263"/>
                      <a:pt x="263" y="317"/>
                      <a:pt x="197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26" name="Freeform 16">
                <a:extLst>
                  <a:ext uri="{FF2B5EF4-FFF2-40B4-BE49-F238E27FC236}">
                    <a16:creationId xmlns:a16="http://schemas.microsoft.com/office/drawing/2014/main" id="{1D4C40F3-3E0F-2260-2515-F437F34E37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86" y="4853"/>
                <a:ext cx="745" cy="5472"/>
              </a:xfrm>
              <a:custGeom>
                <a:avLst/>
                <a:gdLst>
                  <a:gd name="T0" fmla="*/ 394 w 394"/>
                  <a:gd name="T1" fmla="*/ 197 h 2893"/>
                  <a:gd name="T2" fmla="*/ 197 w 394"/>
                  <a:gd name="T3" fmla="*/ 0 h 2893"/>
                  <a:gd name="T4" fmla="*/ 0 w 394"/>
                  <a:gd name="T5" fmla="*/ 197 h 2893"/>
                  <a:gd name="T6" fmla="*/ 159 w 394"/>
                  <a:gd name="T7" fmla="*/ 390 h 2893"/>
                  <a:gd name="T8" fmla="*/ 159 w 394"/>
                  <a:gd name="T9" fmla="*/ 2893 h 2893"/>
                  <a:gd name="T10" fmla="*/ 235 w 394"/>
                  <a:gd name="T11" fmla="*/ 2893 h 2893"/>
                  <a:gd name="T12" fmla="*/ 235 w 394"/>
                  <a:gd name="T13" fmla="*/ 390 h 2893"/>
                  <a:gd name="T14" fmla="*/ 394 w 394"/>
                  <a:gd name="T15" fmla="*/ 197 h 2893"/>
                  <a:gd name="T16" fmla="*/ 197 w 394"/>
                  <a:gd name="T17" fmla="*/ 317 h 2893"/>
                  <a:gd name="T18" fmla="*/ 76 w 394"/>
                  <a:gd name="T19" fmla="*/ 197 h 2893"/>
                  <a:gd name="T20" fmla="*/ 197 w 394"/>
                  <a:gd name="T21" fmla="*/ 76 h 2893"/>
                  <a:gd name="T22" fmla="*/ 318 w 394"/>
                  <a:gd name="T23" fmla="*/ 197 h 2893"/>
                  <a:gd name="T24" fmla="*/ 197 w 394"/>
                  <a:gd name="T25" fmla="*/ 317 h 2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4" h="2893">
                    <a:moveTo>
                      <a:pt x="394" y="197"/>
                    </a:moveTo>
                    <a:cubicBezTo>
                      <a:pt x="394" y="88"/>
                      <a:pt x="305" y="0"/>
                      <a:pt x="197" y="0"/>
                    </a:cubicBezTo>
                    <a:cubicBezTo>
                      <a:pt x="89" y="0"/>
                      <a:pt x="0" y="88"/>
                      <a:pt x="0" y="197"/>
                    </a:cubicBezTo>
                    <a:cubicBezTo>
                      <a:pt x="0" y="292"/>
                      <a:pt x="69" y="372"/>
                      <a:pt x="159" y="390"/>
                    </a:cubicBezTo>
                    <a:cubicBezTo>
                      <a:pt x="159" y="2893"/>
                      <a:pt x="159" y="2893"/>
                      <a:pt x="159" y="2893"/>
                    </a:cubicBezTo>
                    <a:cubicBezTo>
                      <a:pt x="235" y="2893"/>
                      <a:pt x="235" y="2893"/>
                      <a:pt x="235" y="2893"/>
                    </a:cubicBezTo>
                    <a:cubicBezTo>
                      <a:pt x="235" y="390"/>
                      <a:pt x="235" y="390"/>
                      <a:pt x="235" y="390"/>
                    </a:cubicBezTo>
                    <a:cubicBezTo>
                      <a:pt x="325" y="372"/>
                      <a:pt x="394" y="292"/>
                      <a:pt x="394" y="197"/>
                    </a:cubicBezTo>
                    <a:close/>
                    <a:moveTo>
                      <a:pt x="197" y="317"/>
                    </a:moveTo>
                    <a:cubicBezTo>
                      <a:pt x="130" y="317"/>
                      <a:pt x="76" y="263"/>
                      <a:pt x="76" y="197"/>
                    </a:cubicBezTo>
                    <a:cubicBezTo>
                      <a:pt x="76" y="130"/>
                      <a:pt x="130" y="76"/>
                      <a:pt x="197" y="76"/>
                    </a:cubicBezTo>
                    <a:cubicBezTo>
                      <a:pt x="263" y="76"/>
                      <a:pt x="318" y="130"/>
                      <a:pt x="318" y="197"/>
                    </a:cubicBezTo>
                    <a:cubicBezTo>
                      <a:pt x="318" y="263"/>
                      <a:pt x="263" y="317"/>
                      <a:pt x="197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27" name="Freeform 17">
                <a:extLst>
                  <a:ext uri="{FF2B5EF4-FFF2-40B4-BE49-F238E27FC236}">
                    <a16:creationId xmlns:a16="http://schemas.microsoft.com/office/drawing/2014/main" id="{75E0F86A-7CDF-30BB-4FBF-9E0482AD72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86" y="8454"/>
                <a:ext cx="1044" cy="1871"/>
              </a:xfrm>
              <a:custGeom>
                <a:avLst/>
                <a:gdLst>
                  <a:gd name="T0" fmla="*/ 356 w 552"/>
                  <a:gd name="T1" fmla="*/ 0 h 989"/>
                  <a:gd name="T2" fmla="*/ 159 w 552"/>
                  <a:gd name="T3" fmla="*/ 196 h 989"/>
                  <a:gd name="T4" fmla="*/ 182 w 552"/>
                  <a:gd name="T5" fmla="*/ 288 h 989"/>
                  <a:gd name="T6" fmla="*/ 0 w 552"/>
                  <a:gd name="T7" fmla="*/ 443 h 989"/>
                  <a:gd name="T8" fmla="*/ 0 w 552"/>
                  <a:gd name="T9" fmla="*/ 989 h 989"/>
                  <a:gd name="T10" fmla="*/ 77 w 552"/>
                  <a:gd name="T11" fmla="*/ 989 h 989"/>
                  <a:gd name="T12" fmla="*/ 77 w 552"/>
                  <a:gd name="T13" fmla="*/ 478 h 989"/>
                  <a:gd name="T14" fmla="*/ 229 w 552"/>
                  <a:gd name="T15" fmla="*/ 347 h 989"/>
                  <a:gd name="T16" fmla="*/ 356 w 552"/>
                  <a:gd name="T17" fmla="*/ 393 h 989"/>
                  <a:gd name="T18" fmla="*/ 552 w 552"/>
                  <a:gd name="T19" fmla="*/ 196 h 989"/>
                  <a:gd name="T20" fmla="*/ 356 w 552"/>
                  <a:gd name="T21" fmla="*/ 0 h 989"/>
                  <a:gd name="T22" fmla="*/ 356 w 552"/>
                  <a:gd name="T23" fmla="*/ 317 h 989"/>
                  <a:gd name="T24" fmla="*/ 235 w 552"/>
                  <a:gd name="T25" fmla="*/ 196 h 989"/>
                  <a:gd name="T26" fmla="*/ 356 w 552"/>
                  <a:gd name="T27" fmla="*/ 76 h 989"/>
                  <a:gd name="T28" fmla="*/ 476 w 552"/>
                  <a:gd name="T29" fmla="*/ 196 h 989"/>
                  <a:gd name="T30" fmla="*/ 356 w 552"/>
                  <a:gd name="T31" fmla="*/ 317 h 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52" h="989">
                    <a:moveTo>
                      <a:pt x="356" y="0"/>
                    </a:moveTo>
                    <a:cubicBezTo>
                      <a:pt x="247" y="0"/>
                      <a:pt x="159" y="88"/>
                      <a:pt x="159" y="196"/>
                    </a:cubicBezTo>
                    <a:cubicBezTo>
                      <a:pt x="159" y="229"/>
                      <a:pt x="167" y="260"/>
                      <a:pt x="182" y="288"/>
                    </a:cubicBezTo>
                    <a:cubicBezTo>
                      <a:pt x="0" y="443"/>
                      <a:pt x="0" y="443"/>
                      <a:pt x="0" y="443"/>
                    </a:cubicBezTo>
                    <a:cubicBezTo>
                      <a:pt x="0" y="989"/>
                      <a:pt x="0" y="989"/>
                      <a:pt x="0" y="989"/>
                    </a:cubicBezTo>
                    <a:cubicBezTo>
                      <a:pt x="77" y="989"/>
                      <a:pt x="77" y="989"/>
                      <a:pt x="77" y="989"/>
                    </a:cubicBezTo>
                    <a:cubicBezTo>
                      <a:pt x="77" y="478"/>
                      <a:pt x="77" y="478"/>
                      <a:pt x="77" y="478"/>
                    </a:cubicBezTo>
                    <a:cubicBezTo>
                      <a:pt x="229" y="347"/>
                      <a:pt x="229" y="347"/>
                      <a:pt x="229" y="347"/>
                    </a:cubicBezTo>
                    <a:cubicBezTo>
                      <a:pt x="264" y="376"/>
                      <a:pt x="308" y="393"/>
                      <a:pt x="356" y="393"/>
                    </a:cubicBezTo>
                    <a:cubicBezTo>
                      <a:pt x="464" y="393"/>
                      <a:pt x="552" y="305"/>
                      <a:pt x="552" y="196"/>
                    </a:cubicBezTo>
                    <a:cubicBezTo>
                      <a:pt x="552" y="88"/>
                      <a:pt x="464" y="0"/>
                      <a:pt x="356" y="0"/>
                    </a:cubicBezTo>
                    <a:close/>
                    <a:moveTo>
                      <a:pt x="356" y="317"/>
                    </a:moveTo>
                    <a:cubicBezTo>
                      <a:pt x="289" y="317"/>
                      <a:pt x="235" y="263"/>
                      <a:pt x="235" y="196"/>
                    </a:cubicBezTo>
                    <a:cubicBezTo>
                      <a:pt x="235" y="130"/>
                      <a:pt x="289" y="76"/>
                      <a:pt x="356" y="76"/>
                    </a:cubicBezTo>
                    <a:cubicBezTo>
                      <a:pt x="422" y="76"/>
                      <a:pt x="476" y="130"/>
                      <a:pt x="476" y="196"/>
                    </a:cubicBezTo>
                    <a:cubicBezTo>
                      <a:pt x="476" y="263"/>
                      <a:pt x="422" y="317"/>
                      <a:pt x="356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28" name="Freeform 18">
                <a:extLst>
                  <a:ext uri="{FF2B5EF4-FFF2-40B4-BE49-F238E27FC236}">
                    <a16:creationId xmlns:a16="http://schemas.microsoft.com/office/drawing/2014/main" id="{09EC91C4-2230-2929-EF8D-0F3751B21E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86" y="6453"/>
                <a:ext cx="1144" cy="2272"/>
              </a:xfrm>
              <a:custGeom>
                <a:avLst/>
                <a:gdLst>
                  <a:gd name="T0" fmla="*/ 409 w 605"/>
                  <a:gd name="T1" fmla="*/ 0 h 1201"/>
                  <a:gd name="T2" fmla="*/ 212 w 605"/>
                  <a:gd name="T3" fmla="*/ 197 h 1201"/>
                  <a:gd name="T4" fmla="*/ 224 w 605"/>
                  <a:gd name="T5" fmla="*/ 264 h 1201"/>
                  <a:gd name="T6" fmla="*/ 0 w 605"/>
                  <a:gd name="T7" fmla="*/ 443 h 1201"/>
                  <a:gd name="T8" fmla="*/ 0 w 605"/>
                  <a:gd name="T9" fmla="*/ 1201 h 1201"/>
                  <a:gd name="T10" fmla="*/ 77 w 605"/>
                  <a:gd name="T11" fmla="*/ 1201 h 1201"/>
                  <a:gd name="T12" fmla="*/ 77 w 605"/>
                  <a:gd name="T13" fmla="*/ 479 h 1201"/>
                  <a:gd name="T14" fmla="*/ 264 w 605"/>
                  <a:gd name="T15" fmla="*/ 330 h 1201"/>
                  <a:gd name="T16" fmla="*/ 409 w 605"/>
                  <a:gd name="T17" fmla="*/ 394 h 1201"/>
                  <a:gd name="T18" fmla="*/ 605 w 605"/>
                  <a:gd name="T19" fmla="*/ 197 h 1201"/>
                  <a:gd name="T20" fmla="*/ 409 w 605"/>
                  <a:gd name="T21" fmla="*/ 0 h 1201"/>
                  <a:gd name="T22" fmla="*/ 409 w 605"/>
                  <a:gd name="T23" fmla="*/ 317 h 1201"/>
                  <a:gd name="T24" fmla="*/ 288 w 605"/>
                  <a:gd name="T25" fmla="*/ 197 h 1201"/>
                  <a:gd name="T26" fmla="*/ 409 w 605"/>
                  <a:gd name="T27" fmla="*/ 76 h 1201"/>
                  <a:gd name="T28" fmla="*/ 529 w 605"/>
                  <a:gd name="T29" fmla="*/ 197 h 1201"/>
                  <a:gd name="T30" fmla="*/ 409 w 605"/>
                  <a:gd name="T31" fmla="*/ 317 h 1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5" h="1201">
                    <a:moveTo>
                      <a:pt x="409" y="0"/>
                    </a:moveTo>
                    <a:cubicBezTo>
                      <a:pt x="300" y="0"/>
                      <a:pt x="212" y="88"/>
                      <a:pt x="212" y="197"/>
                    </a:cubicBezTo>
                    <a:cubicBezTo>
                      <a:pt x="212" y="220"/>
                      <a:pt x="216" y="243"/>
                      <a:pt x="224" y="264"/>
                    </a:cubicBezTo>
                    <a:cubicBezTo>
                      <a:pt x="0" y="443"/>
                      <a:pt x="0" y="443"/>
                      <a:pt x="0" y="443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77" y="1201"/>
                      <a:pt x="77" y="1201"/>
                      <a:pt x="77" y="1201"/>
                    </a:cubicBezTo>
                    <a:cubicBezTo>
                      <a:pt x="77" y="479"/>
                      <a:pt x="77" y="479"/>
                      <a:pt x="77" y="479"/>
                    </a:cubicBezTo>
                    <a:cubicBezTo>
                      <a:pt x="264" y="330"/>
                      <a:pt x="264" y="330"/>
                      <a:pt x="264" y="330"/>
                    </a:cubicBezTo>
                    <a:cubicBezTo>
                      <a:pt x="300" y="369"/>
                      <a:pt x="351" y="394"/>
                      <a:pt x="409" y="394"/>
                    </a:cubicBezTo>
                    <a:cubicBezTo>
                      <a:pt x="517" y="394"/>
                      <a:pt x="605" y="305"/>
                      <a:pt x="605" y="197"/>
                    </a:cubicBezTo>
                    <a:cubicBezTo>
                      <a:pt x="605" y="88"/>
                      <a:pt x="517" y="0"/>
                      <a:pt x="409" y="0"/>
                    </a:cubicBezTo>
                    <a:close/>
                    <a:moveTo>
                      <a:pt x="409" y="317"/>
                    </a:moveTo>
                    <a:cubicBezTo>
                      <a:pt x="342" y="317"/>
                      <a:pt x="288" y="263"/>
                      <a:pt x="288" y="197"/>
                    </a:cubicBezTo>
                    <a:cubicBezTo>
                      <a:pt x="288" y="130"/>
                      <a:pt x="342" y="76"/>
                      <a:pt x="409" y="76"/>
                    </a:cubicBezTo>
                    <a:cubicBezTo>
                      <a:pt x="475" y="76"/>
                      <a:pt x="529" y="130"/>
                      <a:pt x="529" y="197"/>
                    </a:cubicBezTo>
                    <a:cubicBezTo>
                      <a:pt x="529" y="263"/>
                      <a:pt x="475" y="317"/>
                      <a:pt x="409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29" name="Freeform 19">
                <a:extLst>
                  <a:ext uri="{FF2B5EF4-FFF2-40B4-BE49-F238E27FC236}">
                    <a16:creationId xmlns:a16="http://schemas.microsoft.com/office/drawing/2014/main" id="{C23B2331-B206-A146-ABE1-C7A8DCE71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96" y="4253"/>
                <a:ext cx="5434" cy="6072"/>
              </a:xfrm>
              <a:custGeom>
                <a:avLst/>
                <a:gdLst>
                  <a:gd name="T0" fmla="*/ 2506 w 2873"/>
                  <a:gd name="T1" fmla="*/ 367 h 3210"/>
                  <a:gd name="T2" fmla="*/ 1619 w 2873"/>
                  <a:gd name="T3" fmla="*/ 0 h 3210"/>
                  <a:gd name="T4" fmla="*/ 732 w 2873"/>
                  <a:gd name="T5" fmla="*/ 367 h 3210"/>
                  <a:gd name="T6" fmla="*/ 365 w 2873"/>
                  <a:gd name="T7" fmla="*/ 1244 h 3210"/>
                  <a:gd name="T8" fmla="*/ 23 w 2873"/>
                  <a:gd name="T9" fmla="*/ 1876 h 3210"/>
                  <a:gd name="T10" fmla="*/ 23 w 2873"/>
                  <a:gd name="T11" fmla="*/ 1877 h 3210"/>
                  <a:gd name="T12" fmla="*/ 29 w 2873"/>
                  <a:gd name="T13" fmla="*/ 2017 h 3210"/>
                  <a:gd name="T14" fmla="*/ 151 w 2873"/>
                  <a:gd name="T15" fmla="*/ 2085 h 3210"/>
                  <a:gd name="T16" fmla="*/ 365 w 2873"/>
                  <a:gd name="T17" fmla="*/ 2085 h 3210"/>
                  <a:gd name="T18" fmla="*/ 365 w 2873"/>
                  <a:gd name="T19" fmla="*/ 2364 h 3210"/>
                  <a:gd name="T20" fmla="*/ 365 w 2873"/>
                  <a:gd name="T21" fmla="*/ 2364 h 3210"/>
                  <a:gd name="T22" fmla="*/ 436 w 2873"/>
                  <a:gd name="T23" fmla="*/ 2630 h 3210"/>
                  <a:gd name="T24" fmla="*/ 618 w 2873"/>
                  <a:gd name="T25" fmla="*/ 2843 h 3210"/>
                  <a:gd name="T26" fmla="*/ 1105 w 2873"/>
                  <a:gd name="T27" fmla="*/ 3036 h 3210"/>
                  <a:gd name="T28" fmla="*/ 1105 w 2873"/>
                  <a:gd name="T29" fmla="*/ 3210 h 3210"/>
                  <a:gd name="T30" fmla="*/ 1181 w 2873"/>
                  <a:gd name="T31" fmla="*/ 3210 h 3210"/>
                  <a:gd name="T32" fmla="*/ 1181 w 2873"/>
                  <a:gd name="T33" fmla="*/ 2961 h 3210"/>
                  <a:gd name="T34" fmla="*/ 1143 w 2873"/>
                  <a:gd name="T35" fmla="*/ 2961 h 3210"/>
                  <a:gd name="T36" fmla="*/ 666 w 2873"/>
                  <a:gd name="T37" fmla="*/ 2783 h 3210"/>
                  <a:gd name="T38" fmla="*/ 441 w 2873"/>
                  <a:gd name="T39" fmla="*/ 2364 h 3210"/>
                  <a:gd name="T40" fmla="*/ 441 w 2873"/>
                  <a:gd name="T41" fmla="*/ 2364 h 3210"/>
                  <a:gd name="T42" fmla="*/ 441 w 2873"/>
                  <a:gd name="T43" fmla="*/ 2047 h 3210"/>
                  <a:gd name="T44" fmla="*/ 403 w 2873"/>
                  <a:gd name="T45" fmla="*/ 2009 h 3210"/>
                  <a:gd name="T46" fmla="*/ 151 w 2873"/>
                  <a:gd name="T47" fmla="*/ 2009 h 3210"/>
                  <a:gd name="T48" fmla="*/ 94 w 2873"/>
                  <a:gd name="T49" fmla="*/ 1977 h 3210"/>
                  <a:gd name="T50" fmla="*/ 90 w 2873"/>
                  <a:gd name="T51" fmla="*/ 1912 h 3210"/>
                  <a:gd name="T52" fmla="*/ 437 w 2873"/>
                  <a:gd name="T53" fmla="*/ 1272 h 3210"/>
                  <a:gd name="T54" fmla="*/ 441 w 2873"/>
                  <a:gd name="T55" fmla="*/ 1254 h 3210"/>
                  <a:gd name="T56" fmla="*/ 1619 w 2873"/>
                  <a:gd name="T57" fmla="*/ 76 h 3210"/>
                  <a:gd name="T58" fmla="*/ 2797 w 2873"/>
                  <a:gd name="T59" fmla="*/ 1254 h 3210"/>
                  <a:gd name="T60" fmla="*/ 2490 w 2873"/>
                  <a:gd name="T61" fmla="*/ 2047 h 3210"/>
                  <a:gd name="T62" fmla="*/ 2480 w 2873"/>
                  <a:gd name="T63" fmla="*/ 2073 h 3210"/>
                  <a:gd name="T64" fmla="*/ 2480 w 2873"/>
                  <a:gd name="T65" fmla="*/ 3210 h 3210"/>
                  <a:gd name="T66" fmla="*/ 2556 w 2873"/>
                  <a:gd name="T67" fmla="*/ 3210 h 3210"/>
                  <a:gd name="T68" fmla="*/ 2556 w 2873"/>
                  <a:gd name="T69" fmla="*/ 2088 h 3210"/>
                  <a:gd name="T70" fmla="*/ 2873 w 2873"/>
                  <a:gd name="T71" fmla="*/ 1254 h 3210"/>
                  <a:gd name="T72" fmla="*/ 2506 w 2873"/>
                  <a:gd name="T73" fmla="*/ 367 h 3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873" h="3210">
                    <a:moveTo>
                      <a:pt x="2506" y="367"/>
                    </a:moveTo>
                    <a:cubicBezTo>
                      <a:pt x="2269" y="130"/>
                      <a:pt x="1954" y="0"/>
                      <a:pt x="1619" y="0"/>
                    </a:cubicBezTo>
                    <a:cubicBezTo>
                      <a:pt x="1284" y="0"/>
                      <a:pt x="969" y="130"/>
                      <a:pt x="732" y="367"/>
                    </a:cubicBezTo>
                    <a:cubicBezTo>
                      <a:pt x="498" y="602"/>
                      <a:pt x="367" y="913"/>
                      <a:pt x="365" y="1244"/>
                    </a:cubicBezTo>
                    <a:cubicBezTo>
                      <a:pt x="23" y="1876"/>
                      <a:pt x="23" y="1876"/>
                      <a:pt x="23" y="1876"/>
                    </a:cubicBezTo>
                    <a:cubicBezTo>
                      <a:pt x="23" y="1876"/>
                      <a:pt x="23" y="1877"/>
                      <a:pt x="23" y="1877"/>
                    </a:cubicBezTo>
                    <a:cubicBezTo>
                      <a:pt x="0" y="1922"/>
                      <a:pt x="2" y="1974"/>
                      <a:pt x="29" y="2017"/>
                    </a:cubicBezTo>
                    <a:cubicBezTo>
                      <a:pt x="55" y="2060"/>
                      <a:pt x="101" y="2085"/>
                      <a:pt x="151" y="2085"/>
                    </a:cubicBezTo>
                    <a:cubicBezTo>
                      <a:pt x="365" y="2085"/>
                      <a:pt x="365" y="2085"/>
                      <a:pt x="365" y="2085"/>
                    </a:cubicBezTo>
                    <a:cubicBezTo>
                      <a:pt x="365" y="2364"/>
                      <a:pt x="365" y="2364"/>
                      <a:pt x="365" y="2364"/>
                    </a:cubicBezTo>
                    <a:cubicBezTo>
                      <a:pt x="365" y="2364"/>
                      <a:pt x="365" y="2364"/>
                      <a:pt x="365" y="2364"/>
                    </a:cubicBezTo>
                    <a:cubicBezTo>
                      <a:pt x="365" y="2455"/>
                      <a:pt x="389" y="2545"/>
                      <a:pt x="436" y="2630"/>
                    </a:cubicBezTo>
                    <a:cubicBezTo>
                      <a:pt x="480" y="2708"/>
                      <a:pt x="541" y="2780"/>
                      <a:pt x="618" y="2843"/>
                    </a:cubicBezTo>
                    <a:cubicBezTo>
                      <a:pt x="757" y="2956"/>
                      <a:pt x="936" y="3026"/>
                      <a:pt x="1105" y="3036"/>
                    </a:cubicBezTo>
                    <a:cubicBezTo>
                      <a:pt x="1105" y="3210"/>
                      <a:pt x="1105" y="3210"/>
                      <a:pt x="1105" y="3210"/>
                    </a:cubicBezTo>
                    <a:cubicBezTo>
                      <a:pt x="1181" y="3210"/>
                      <a:pt x="1181" y="3210"/>
                      <a:pt x="1181" y="3210"/>
                    </a:cubicBezTo>
                    <a:cubicBezTo>
                      <a:pt x="1181" y="2961"/>
                      <a:pt x="1181" y="2961"/>
                      <a:pt x="1181" y="2961"/>
                    </a:cubicBezTo>
                    <a:cubicBezTo>
                      <a:pt x="1143" y="2961"/>
                      <a:pt x="1143" y="2961"/>
                      <a:pt x="1143" y="2961"/>
                    </a:cubicBezTo>
                    <a:cubicBezTo>
                      <a:pt x="981" y="2961"/>
                      <a:pt x="802" y="2895"/>
                      <a:pt x="666" y="2783"/>
                    </a:cubicBezTo>
                    <a:cubicBezTo>
                      <a:pt x="521" y="2666"/>
                      <a:pt x="441" y="2517"/>
                      <a:pt x="441" y="2364"/>
                    </a:cubicBezTo>
                    <a:cubicBezTo>
                      <a:pt x="441" y="2364"/>
                      <a:pt x="441" y="2364"/>
                      <a:pt x="441" y="2364"/>
                    </a:cubicBezTo>
                    <a:cubicBezTo>
                      <a:pt x="441" y="2047"/>
                      <a:pt x="441" y="2047"/>
                      <a:pt x="441" y="2047"/>
                    </a:cubicBezTo>
                    <a:cubicBezTo>
                      <a:pt x="441" y="2026"/>
                      <a:pt x="424" y="2009"/>
                      <a:pt x="403" y="2009"/>
                    </a:cubicBezTo>
                    <a:cubicBezTo>
                      <a:pt x="151" y="2009"/>
                      <a:pt x="151" y="2009"/>
                      <a:pt x="151" y="2009"/>
                    </a:cubicBezTo>
                    <a:cubicBezTo>
                      <a:pt x="127" y="2009"/>
                      <a:pt x="106" y="1997"/>
                      <a:pt x="94" y="1977"/>
                    </a:cubicBezTo>
                    <a:cubicBezTo>
                      <a:pt x="81" y="1957"/>
                      <a:pt x="80" y="1933"/>
                      <a:pt x="90" y="1912"/>
                    </a:cubicBezTo>
                    <a:cubicBezTo>
                      <a:pt x="437" y="1272"/>
                      <a:pt x="437" y="1272"/>
                      <a:pt x="437" y="1272"/>
                    </a:cubicBezTo>
                    <a:cubicBezTo>
                      <a:pt x="440" y="1267"/>
                      <a:pt x="441" y="1260"/>
                      <a:pt x="441" y="1254"/>
                    </a:cubicBezTo>
                    <a:cubicBezTo>
                      <a:pt x="441" y="605"/>
                      <a:pt x="970" y="76"/>
                      <a:pt x="1619" y="76"/>
                    </a:cubicBezTo>
                    <a:cubicBezTo>
                      <a:pt x="2269" y="76"/>
                      <a:pt x="2797" y="605"/>
                      <a:pt x="2797" y="1254"/>
                    </a:cubicBezTo>
                    <a:cubicBezTo>
                      <a:pt x="2797" y="1548"/>
                      <a:pt x="2688" y="1830"/>
                      <a:pt x="2490" y="2047"/>
                    </a:cubicBezTo>
                    <a:cubicBezTo>
                      <a:pt x="2484" y="2054"/>
                      <a:pt x="2480" y="2063"/>
                      <a:pt x="2480" y="2073"/>
                    </a:cubicBezTo>
                    <a:cubicBezTo>
                      <a:pt x="2480" y="3210"/>
                      <a:pt x="2480" y="3210"/>
                      <a:pt x="2480" y="3210"/>
                    </a:cubicBezTo>
                    <a:cubicBezTo>
                      <a:pt x="2556" y="3210"/>
                      <a:pt x="2556" y="3210"/>
                      <a:pt x="2556" y="3210"/>
                    </a:cubicBezTo>
                    <a:cubicBezTo>
                      <a:pt x="2556" y="2088"/>
                      <a:pt x="2556" y="2088"/>
                      <a:pt x="2556" y="2088"/>
                    </a:cubicBezTo>
                    <a:cubicBezTo>
                      <a:pt x="2761" y="1858"/>
                      <a:pt x="2873" y="1562"/>
                      <a:pt x="2873" y="1254"/>
                    </a:cubicBezTo>
                    <a:cubicBezTo>
                      <a:pt x="2873" y="919"/>
                      <a:pt x="2743" y="604"/>
                      <a:pt x="2506" y="3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3428FDF-F598-B39A-75EA-BE7A3160471F}"/>
                </a:ext>
              </a:extLst>
            </p:cNvPr>
            <p:cNvGrpSpPr/>
            <p:nvPr/>
          </p:nvGrpSpPr>
          <p:grpSpPr>
            <a:xfrm>
              <a:off x="17716977" y="3810064"/>
              <a:ext cx="3130592" cy="2387390"/>
              <a:chOff x="17716977" y="3810064"/>
              <a:chExt cx="3130592" cy="238739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ACEA55D-7CB6-487E-FAC0-65E80BD1CC3A}"/>
                  </a:ext>
                </a:extLst>
              </p:cNvPr>
              <p:cNvSpPr/>
              <p:nvPr/>
            </p:nvSpPr>
            <p:spPr>
              <a:xfrm>
                <a:off x="18760516" y="3810064"/>
                <a:ext cx="462580" cy="465301"/>
              </a:xfrm>
              <a:custGeom>
                <a:avLst/>
                <a:gdLst>
                  <a:gd name="connsiteX0" fmla="*/ 462581 w 462580"/>
                  <a:gd name="connsiteY0" fmla="*/ 232651 h 465301"/>
                  <a:gd name="connsiteX1" fmla="*/ 231290 w 462580"/>
                  <a:gd name="connsiteY1" fmla="*/ 465302 h 465301"/>
                  <a:gd name="connsiteX2" fmla="*/ 0 w 462580"/>
                  <a:gd name="connsiteY2" fmla="*/ 232651 h 465301"/>
                  <a:gd name="connsiteX3" fmla="*/ 231290 w 462580"/>
                  <a:gd name="connsiteY3" fmla="*/ 0 h 465301"/>
                  <a:gd name="connsiteX4" fmla="*/ 462581 w 462580"/>
                  <a:gd name="connsiteY4" fmla="*/ 232651 h 465301"/>
                  <a:gd name="connsiteX5" fmla="*/ 462581 w 462580"/>
                  <a:gd name="connsiteY5" fmla="*/ 232651 h 465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2580" h="465301">
                    <a:moveTo>
                      <a:pt x="462581" y="232651"/>
                    </a:moveTo>
                    <a:cubicBezTo>
                      <a:pt x="462581" y="360541"/>
                      <a:pt x="359180" y="465302"/>
                      <a:pt x="231290" y="465302"/>
                    </a:cubicBezTo>
                    <a:cubicBezTo>
                      <a:pt x="103400" y="465302"/>
                      <a:pt x="0" y="360541"/>
                      <a:pt x="0" y="232651"/>
                    </a:cubicBezTo>
                    <a:cubicBezTo>
                      <a:pt x="0" y="104761"/>
                      <a:pt x="103400" y="0"/>
                      <a:pt x="231290" y="0"/>
                    </a:cubicBezTo>
                    <a:cubicBezTo>
                      <a:pt x="359180" y="0"/>
                      <a:pt x="462581" y="103400"/>
                      <a:pt x="462581" y="232651"/>
                    </a:cubicBezTo>
                    <a:lnTo>
                      <a:pt x="462581" y="232651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FB2CC863-FF4D-2CE7-11CC-E03AD3BDCD20}"/>
                  </a:ext>
                </a:extLst>
              </p:cNvPr>
              <p:cNvSpPr/>
              <p:nvPr/>
            </p:nvSpPr>
            <p:spPr>
              <a:xfrm>
                <a:off x="19341462" y="3810064"/>
                <a:ext cx="462580" cy="465301"/>
              </a:xfrm>
              <a:custGeom>
                <a:avLst/>
                <a:gdLst>
                  <a:gd name="connsiteX0" fmla="*/ 462580 w 462580"/>
                  <a:gd name="connsiteY0" fmla="*/ 232651 h 465301"/>
                  <a:gd name="connsiteX1" fmla="*/ 231290 w 462580"/>
                  <a:gd name="connsiteY1" fmla="*/ 465302 h 465301"/>
                  <a:gd name="connsiteX2" fmla="*/ 0 w 462580"/>
                  <a:gd name="connsiteY2" fmla="*/ 232651 h 465301"/>
                  <a:gd name="connsiteX3" fmla="*/ 231290 w 462580"/>
                  <a:gd name="connsiteY3" fmla="*/ 0 h 465301"/>
                  <a:gd name="connsiteX4" fmla="*/ 462580 w 462580"/>
                  <a:gd name="connsiteY4" fmla="*/ 232651 h 465301"/>
                  <a:gd name="connsiteX5" fmla="*/ 462580 w 462580"/>
                  <a:gd name="connsiteY5" fmla="*/ 232651 h 465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2580" h="465301">
                    <a:moveTo>
                      <a:pt x="462580" y="232651"/>
                    </a:moveTo>
                    <a:cubicBezTo>
                      <a:pt x="462580" y="360541"/>
                      <a:pt x="359180" y="465302"/>
                      <a:pt x="231290" y="465302"/>
                    </a:cubicBezTo>
                    <a:cubicBezTo>
                      <a:pt x="103400" y="465302"/>
                      <a:pt x="0" y="360541"/>
                      <a:pt x="0" y="232651"/>
                    </a:cubicBezTo>
                    <a:cubicBezTo>
                      <a:pt x="0" y="104761"/>
                      <a:pt x="103400" y="0"/>
                      <a:pt x="231290" y="0"/>
                    </a:cubicBezTo>
                    <a:cubicBezTo>
                      <a:pt x="359180" y="0"/>
                      <a:pt x="462580" y="103400"/>
                      <a:pt x="462580" y="232651"/>
                    </a:cubicBezTo>
                    <a:lnTo>
                      <a:pt x="462580" y="232651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D4B1108-EE03-F01B-081F-C116211A61A5}"/>
                  </a:ext>
                </a:extLst>
              </p:cNvPr>
              <p:cNvSpPr/>
              <p:nvPr/>
            </p:nvSpPr>
            <p:spPr>
              <a:xfrm>
                <a:off x="17716977" y="4585566"/>
                <a:ext cx="1062586" cy="1145566"/>
              </a:xfrm>
              <a:custGeom>
                <a:avLst/>
                <a:gdLst>
                  <a:gd name="connsiteX0" fmla="*/ 274839 w 1062586"/>
                  <a:gd name="connsiteY0" fmla="*/ 349656 h 1145566"/>
                  <a:gd name="connsiteX1" fmla="*/ 1062586 w 1062586"/>
                  <a:gd name="connsiteY1" fmla="*/ 0 h 1145566"/>
                  <a:gd name="connsiteX2" fmla="*/ 797283 w 1062586"/>
                  <a:gd name="connsiteY2" fmla="*/ 846250 h 1145566"/>
                  <a:gd name="connsiteX3" fmla="*/ 405450 w 1062586"/>
                  <a:gd name="connsiteY3" fmla="*/ 1145567 h 1145566"/>
                  <a:gd name="connsiteX4" fmla="*/ 12 w 1062586"/>
                  <a:gd name="connsiteY4" fmla="*/ 738768 h 1145566"/>
                  <a:gd name="connsiteX5" fmla="*/ 274839 w 1062586"/>
                  <a:gd name="connsiteY5" fmla="*/ 349656 h 1145566"/>
                  <a:gd name="connsiteX6" fmla="*/ 274839 w 1062586"/>
                  <a:gd name="connsiteY6" fmla="*/ 349656 h 1145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62586" h="1145566">
                    <a:moveTo>
                      <a:pt x="274839" y="349656"/>
                    </a:moveTo>
                    <a:lnTo>
                      <a:pt x="1062586" y="0"/>
                    </a:lnTo>
                    <a:lnTo>
                      <a:pt x="797283" y="846250"/>
                    </a:lnTo>
                    <a:cubicBezTo>
                      <a:pt x="746943" y="997269"/>
                      <a:pt x="620414" y="1145567"/>
                      <a:pt x="405450" y="1145567"/>
                    </a:cubicBezTo>
                    <a:cubicBezTo>
                      <a:pt x="182323" y="1145567"/>
                      <a:pt x="12" y="963256"/>
                      <a:pt x="12" y="738768"/>
                    </a:cubicBezTo>
                    <a:cubicBezTo>
                      <a:pt x="-1349" y="548294"/>
                      <a:pt x="115657" y="420404"/>
                      <a:pt x="274839" y="349656"/>
                    </a:cubicBezTo>
                    <a:lnTo>
                      <a:pt x="274839" y="349656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CFDD6EF-C9E5-4ED1-28AA-4938E92B9383}"/>
                  </a:ext>
                </a:extLst>
              </p:cNvPr>
              <p:cNvSpPr/>
              <p:nvPr/>
            </p:nvSpPr>
            <p:spPr>
              <a:xfrm>
                <a:off x="19784995" y="4585566"/>
                <a:ext cx="1062574" cy="1145566"/>
              </a:xfrm>
              <a:custGeom>
                <a:avLst/>
                <a:gdLst>
                  <a:gd name="connsiteX0" fmla="*/ 787747 w 1062574"/>
                  <a:gd name="connsiteY0" fmla="*/ 349656 h 1145566"/>
                  <a:gd name="connsiteX1" fmla="*/ 0 w 1062574"/>
                  <a:gd name="connsiteY1" fmla="*/ 0 h 1145566"/>
                  <a:gd name="connsiteX2" fmla="*/ 265304 w 1062574"/>
                  <a:gd name="connsiteY2" fmla="*/ 846250 h 1145566"/>
                  <a:gd name="connsiteX3" fmla="*/ 658497 w 1062574"/>
                  <a:gd name="connsiteY3" fmla="*/ 1145567 h 1145566"/>
                  <a:gd name="connsiteX4" fmla="*/ 658497 w 1062574"/>
                  <a:gd name="connsiteY4" fmla="*/ 1145567 h 1145566"/>
                  <a:gd name="connsiteX5" fmla="*/ 1062575 w 1062574"/>
                  <a:gd name="connsiteY5" fmla="*/ 738768 h 1145566"/>
                  <a:gd name="connsiteX6" fmla="*/ 787747 w 1062574"/>
                  <a:gd name="connsiteY6" fmla="*/ 349656 h 1145566"/>
                  <a:gd name="connsiteX7" fmla="*/ 787747 w 1062574"/>
                  <a:gd name="connsiteY7" fmla="*/ 349656 h 1145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2574" h="1145566">
                    <a:moveTo>
                      <a:pt x="787747" y="349656"/>
                    </a:moveTo>
                    <a:lnTo>
                      <a:pt x="0" y="0"/>
                    </a:lnTo>
                    <a:lnTo>
                      <a:pt x="265304" y="846250"/>
                    </a:lnTo>
                    <a:cubicBezTo>
                      <a:pt x="315643" y="997269"/>
                      <a:pt x="443533" y="1145567"/>
                      <a:pt x="658497" y="1145567"/>
                    </a:cubicBezTo>
                    <a:lnTo>
                      <a:pt x="658497" y="1145567"/>
                    </a:lnTo>
                    <a:cubicBezTo>
                      <a:pt x="881624" y="1145567"/>
                      <a:pt x="1062575" y="963256"/>
                      <a:pt x="1062575" y="738768"/>
                    </a:cubicBezTo>
                    <a:cubicBezTo>
                      <a:pt x="1062575" y="548294"/>
                      <a:pt x="946930" y="420404"/>
                      <a:pt x="787747" y="349656"/>
                    </a:cubicBezTo>
                    <a:lnTo>
                      <a:pt x="787747" y="349656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05AE4CA-7C4B-5076-FB77-C6BE83847AB0}"/>
                  </a:ext>
                </a:extLst>
              </p:cNvPr>
              <p:cNvSpPr/>
              <p:nvPr/>
            </p:nvSpPr>
            <p:spPr>
              <a:xfrm>
                <a:off x="18827182" y="4371963"/>
                <a:ext cx="910195" cy="291153"/>
              </a:xfrm>
              <a:custGeom>
                <a:avLst/>
                <a:gdLst>
                  <a:gd name="connsiteX0" fmla="*/ 910195 w 910195"/>
                  <a:gd name="connsiteY0" fmla="*/ 291154 h 291153"/>
                  <a:gd name="connsiteX1" fmla="*/ 454417 w 910195"/>
                  <a:gd name="connsiteY1" fmla="*/ 0 h 291153"/>
                  <a:gd name="connsiteX2" fmla="*/ 0 w 910195"/>
                  <a:gd name="connsiteY2" fmla="*/ 291154 h 291153"/>
                  <a:gd name="connsiteX3" fmla="*/ 910195 w 910195"/>
                  <a:gd name="connsiteY3" fmla="*/ 291154 h 291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0195" h="291153">
                    <a:moveTo>
                      <a:pt x="910195" y="291154"/>
                    </a:moveTo>
                    <a:cubicBezTo>
                      <a:pt x="829924" y="119727"/>
                      <a:pt x="655776" y="0"/>
                      <a:pt x="454417" y="0"/>
                    </a:cubicBezTo>
                    <a:cubicBezTo>
                      <a:pt x="253059" y="0"/>
                      <a:pt x="80271" y="119727"/>
                      <a:pt x="0" y="291154"/>
                    </a:cubicBezTo>
                    <a:lnTo>
                      <a:pt x="910195" y="291154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F87C040-83BA-A90C-F578-05A5E8CA7CB0}"/>
                  </a:ext>
                </a:extLst>
              </p:cNvPr>
              <p:cNvSpPr/>
              <p:nvPr/>
            </p:nvSpPr>
            <p:spPr>
              <a:xfrm>
                <a:off x="18779563" y="4897128"/>
                <a:ext cx="1005432" cy="270745"/>
              </a:xfrm>
              <a:custGeom>
                <a:avLst/>
                <a:gdLst>
                  <a:gd name="connsiteX0" fmla="*/ 1005432 w 1005432"/>
                  <a:gd name="connsiteY0" fmla="*/ 270746 h 270745"/>
                  <a:gd name="connsiteX1" fmla="*/ 0 w 1005432"/>
                  <a:gd name="connsiteY1" fmla="*/ 270746 h 270745"/>
                  <a:gd name="connsiteX2" fmla="*/ 0 w 1005432"/>
                  <a:gd name="connsiteY2" fmla="*/ 0 h 270745"/>
                  <a:gd name="connsiteX3" fmla="*/ 1005432 w 1005432"/>
                  <a:gd name="connsiteY3" fmla="*/ 0 h 27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5432" h="270745">
                    <a:moveTo>
                      <a:pt x="1005432" y="270746"/>
                    </a:moveTo>
                    <a:lnTo>
                      <a:pt x="0" y="270746"/>
                    </a:lnTo>
                    <a:lnTo>
                      <a:pt x="0" y="0"/>
                    </a:lnTo>
                    <a:lnTo>
                      <a:pt x="1005432" y="0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FC867717-2B87-90DF-344C-C944B2F0E933}"/>
                  </a:ext>
                </a:extLst>
              </p:cNvPr>
              <p:cNvSpPr/>
              <p:nvPr/>
            </p:nvSpPr>
            <p:spPr>
              <a:xfrm>
                <a:off x="18779563" y="5401884"/>
                <a:ext cx="1005432" cy="270745"/>
              </a:xfrm>
              <a:custGeom>
                <a:avLst/>
                <a:gdLst>
                  <a:gd name="connsiteX0" fmla="*/ 1005432 w 1005432"/>
                  <a:gd name="connsiteY0" fmla="*/ 270746 h 270745"/>
                  <a:gd name="connsiteX1" fmla="*/ 0 w 1005432"/>
                  <a:gd name="connsiteY1" fmla="*/ 270746 h 270745"/>
                  <a:gd name="connsiteX2" fmla="*/ 0 w 1005432"/>
                  <a:gd name="connsiteY2" fmla="*/ 0 h 270745"/>
                  <a:gd name="connsiteX3" fmla="*/ 1005432 w 1005432"/>
                  <a:gd name="connsiteY3" fmla="*/ 0 h 27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5432" h="270745">
                    <a:moveTo>
                      <a:pt x="1005432" y="270746"/>
                    </a:moveTo>
                    <a:lnTo>
                      <a:pt x="0" y="270746"/>
                    </a:lnTo>
                    <a:lnTo>
                      <a:pt x="0" y="0"/>
                    </a:lnTo>
                    <a:lnTo>
                      <a:pt x="1005432" y="0"/>
                    </a:lnTo>
                    <a:close/>
                  </a:path>
                </a:pathLst>
              </a:custGeom>
              <a:solidFill>
                <a:srgbClr val="0F62FE"/>
              </a:solidFill>
              <a:ln w="1358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21" name="Graphic 50">
                <a:extLst>
                  <a:ext uri="{FF2B5EF4-FFF2-40B4-BE49-F238E27FC236}">
                    <a16:creationId xmlns:a16="http://schemas.microsoft.com/office/drawing/2014/main" id="{28C0C6A0-C7D6-D8CB-3574-F1D697189D1D}"/>
                  </a:ext>
                </a:extLst>
              </p:cNvPr>
              <p:cNvGrpSpPr/>
              <p:nvPr/>
            </p:nvGrpSpPr>
            <p:grpSpPr>
              <a:xfrm>
                <a:off x="18827236" y="5906301"/>
                <a:ext cx="910195" cy="291153"/>
                <a:chOff x="18827236" y="5906301"/>
                <a:chExt cx="910195" cy="291153"/>
              </a:xfrm>
              <a:solidFill>
                <a:srgbClr val="0F62FE"/>
              </a:solidFill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02B5997E-B7F2-FED9-A284-E02DF9974B6E}"/>
                    </a:ext>
                  </a:extLst>
                </p:cNvPr>
                <p:cNvSpPr/>
                <p:nvPr/>
              </p:nvSpPr>
              <p:spPr>
                <a:xfrm>
                  <a:off x="18827236" y="5906301"/>
                  <a:ext cx="910195" cy="291153"/>
                </a:xfrm>
                <a:custGeom>
                  <a:avLst/>
                  <a:gdLst>
                    <a:gd name="connsiteX0" fmla="*/ 910395 w 910195"/>
                    <a:gd name="connsiteY0" fmla="*/ 113 h 291153"/>
                    <a:gd name="connsiteX1" fmla="*/ 455978 w 910195"/>
                    <a:gd name="connsiteY1" fmla="*/ 291266 h 291153"/>
                    <a:gd name="connsiteX2" fmla="*/ 200 w 910195"/>
                    <a:gd name="connsiteY2" fmla="*/ 113 h 291153"/>
                    <a:gd name="connsiteX3" fmla="*/ 910395 w 910195"/>
                    <a:gd name="connsiteY3" fmla="*/ 113 h 291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0195" h="291153">
                      <a:moveTo>
                        <a:pt x="910395" y="113"/>
                      </a:moveTo>
                      <a:cubicBezTo>
                        <a:pt x="830124" y="171540"/>
                        <a:pt x="657336" y="291266"/>
                        <a:pt x="455978" y="291266"/>
                      </a:cubicBezTo>
                      <a:cubicBezTo>
                        <a:pt x="254619" y="291266"/>
                        <a:pt x="80471" y="171540"/>
                        <a:pt x="200" y="113"/>
                      </a:cubicBezTo>
                      <a:lnTo>
                        <a:pt x="910395" y="113"/>
                      </a:lnTo>
                      <a:close/>
                    </a:path>
                  </a:pathLst>
                </a:custGeom>
                <a:solidFill>
                  <a:srgbClr val="0F62FE"/>
                </a:solidFill>
                <a:ln w="135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F42F19BE-2813-D96A-A013-7F383BAC1DBF}"/>
                    </a:ext>
                  </a:extLst>
                </p:cNvPr>
                <p:cNvSpPr/>
                <p:nvPr/>
              </p:nvSpPr>
              <p:spPr>
                <a:xfrm>
                  <a:off x="18827236" y="5906301"/>
                  <a:ext cx="910195" cy="291153"/>
                </a:xfrm>
                <a:custGeom>
                  <a:avLst/>
                  <a:gdLst>
                    <a:gd name="connsiteX0" fmla="*/ 910395 w 910195"/>
                    <a:gd name="connsiteY0" fmla="*/ 113 h 291153"/>
                    <a:gd name="connsiteX1" fmla="*/ 455978 w 910195"/>
                    <a:gd name="connsiteY1" fmla="*/ 291266 h 291153"/>
                    <a:gd name="connsiteX2" fmla="*/ 200 w 910195"/>
                    <a:gd name="connsiteY2" fmla="*/ 113 h 291153"/>
                    <a:gd name="connsiteX3" fmla="*/ 910395 w 910195"/>
                    <a:gd name="connsiteY3" fmla="*/ 113 h 291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0195" h="291153">
                      <a:moveTo>
                        <a:pt x="910395" y="113"/>
                      </a:moveTo>
                      <a:cubicBezTo>
                        <a:pt x="830124" y="171540"/>
                        <a:pt x="657336" y="291266"/>
                        <a:pt x="455978" y="291266"/>
                      </a:cubicBezTo>
                      <a:cubicBezTo>
                        <a:pt x="254619" y="291266"/>
                        <a:pt x="80471" y="171540"/>
                        <a:pt x="200" y="113"/>
                      </a:cubicBezTo>
                      <a:lnTo>
                        <a:pt x="910395" y="113"/>
                      </a:lnTo>
                      <a:close/>
                    </a:path>
                  </a:pathLst>
                </a:custGeom>
                <a:solidFill>
                  <a:srgbClr val="0F62FE"/>
                </a:solidFill>
                <a:ln w="1358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F5416425-C1CF-E64F-F937-86C7D3C1AC76}"/>
                </a:ext>
              </a:extLst>
            </p:cNvPr>
            <p:cNvSpPr/>
            <p:nvPr/>
          </p:nvSpPr>
          <p:spPr bwMode="auto">
            <a:xfrm>
              <a:off x="16137165" y="9556509"/>
              <a:ext cx="3164957" cy="1593373"/>
            </a:xfrm>
            <a:prstGeom prst="triangle">
              <a:avLst/>
            </a:prstGeom>
            <a:solidFill>
              <a:srgbClr val="6FDC8C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</p:grpSp>
      <p:sp>
        <p:nvSpPr>
          <p:cNvPr id="32" name="Footer Placeholder 1">
            <a:extLst>
              <a:ext uri="{FF2B5EF4-FFF2-40B4-BE49-F238E27FC236}">
                <a16:creationId xmlns:a16="http://schemas.microsoft.com/office/drawing/2014/main" id="{CFB8F54E-D02B-B808-A8D0-C3C3930BB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36705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, cyan background illustration 2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CFA4843-2EEB-F757-826B-7080CBD95F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4EAC21-8107-D434-5364-2B1179E9302A}"/>
              </a:ext>
            </a:extLst>
          </p:cNvPr>
          <p:cNvGrpSpPr/>
          <p:nvPr userDrawn="1"/>
        </p:nvGrpSpPr>
        <p:grpSpPr>
          <a:xfrm>
            <a:off x="15349314" y="1564825"/>
            <a:ext cx="8463186" cy="10586350"/>
            <a:chOff x="15349314" y="2961244"/>
            <a:chExt cx="6905829" cy="863829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91CFAF2-84BC-7F20-45AE-AFEFC8E637A5}"/>
                </a:ext>
              </a:extLst>
            </p:cNvPr>
            <p:cNvGrpSpPr/>
            <p:nvPr/>
          </p:nvGrpSpPr>
          <p:grpSpPr>
            <a:xfrm>
              <a:off x="15349314" y="8148533"/>
              <a:ext cx="1733550" cy="1740213"/>
              <a:chOff x="15349314" y="8148533"/>
              <a:chExt cx="1733550" cy="1740213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81AA168D-5BD9-B664-71E2-7744E8031929}"/>
                  </a:ext>
                </a:extLst>
              </p:cNvPr>
              <p:cNvSpPr/>
              <p:nvPr/>
            </p:nvSpPr>
            <p:spPr>
              <a:xfrm>
                <a:off x="15999871" y="9073400"/>
                <a:ext cx="432434" cy="434346"/>
              </a:xfrm>
              <a:custGeom>
                <a:avLst/>
                <a:gdLst>
                  <a:gd name="connsiteX0" fmla="*/ 432435 w 432434"/>
                  <a:gd name="connsiteY0" fmla="*/ 217177 h 434346"/>
                  <a:gd name="connsiteX1" fmla="*/ 216217 w 432434"/>
                  <a:gd name="connsiteY1" fmla="*/ 434347 h 434346"/>
                  <a:gd name="connsiteX2" fmla="*/ 0 w 432434"/>
                  <a:gd name="connsiteY2" fmla="*/ 217177 h 434346"/>
                  <a:gd name="connsiteX3" fmla="*/ 216217 w 432434"/>
                  <a:gd name="connsiteY3" fmla="*/ 7 h 434346"/>
                  <a:gd name="connsiteX4" fmla="*/ 432435 w 432434"/>
                  <a:gd name="connsiteY4" fmla="*/ 217177 h 434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434" h="434346">
                    <a:moveTo>
                      <a:pt x="432435" y="217177"/>
                    </a:moveTo>
                    <a:cubicBezTo>
                      <a:pt x="432435" y="337192"/>
                      <a:pt x="335280" y="434347"/>
                      <a:pt x="216217" y="434347"/>
                    </a:cubicBezTo>
                    <a:cubicBezTo>
                      <a:pt x="96202" y="434347"/>
                      <a:pt x="0" y="337192"/>
                      <a:pt x="0" y="217177"/>
                    </a:cubicBezTo>
                    <a:cubicBezTo>
                      <a:pt x="0" y="97162"/>
                      <a:pt x="97155" y="7"/>
                      <a:pt x="216217" y="7"/>
                    </a:cubicBezTo>
                    <a:cubicBezTo>
                      <a:pt x="335280" y="-946"/>
                      <a:pt x="432435" y="97162"/>
                      <a:pt x="432435" y="217177"/>
                    </a:cubicBezTo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7635614-5C0E-9F3D-4BF5-A6C631BA86B2}"/>
                  </a:ext>
                </a:extLst>
              </p:cNvPr>
              <p:cNvSpPr/>
              <p:nvPr/>
            </p:nvSpPr>
            <p:spPr>
              <a:xfrm>
                <a:off x="15349314" y="8692407"/>
                <a:ext cx="1733550" cy="1196339"/>
              </a:xfrm>
              <a:custGeom>
                <a:avLst/>
                <a:gdLst>
                  <a:gd name="connsiteX0" fmla="*/ 866775 w 1733550"/>
                  <a:gd name="connsiteY0" fmla="*/ 1086803 h 1196339"/>
                  <a:gd name="connsiteX1" fmla="*/ 379095 w 1733550"/>
                  <a:gd name="connsiteY1" fmla="*/ 597218 h 1196339"/>
                  <a:gd name="connsiteX2" fmla="*/ 866775 w 1733550"/>
                  <a:gd name="connsiteY2" fmla="*/ 107633 h 1196339"/>
                  <a:gd name="connsiteX3" fmla="*/ 1354455 w 1733550"/>
                  <a:gd name="connsiteY3" fmla="*/ 597218 h 1196339"/>
                  <a:gd name="connsiteX4" fmla="*/ 866775 w 1733550"/>
                  <a:gd name="connsiteY4" fmla="*/ 1086803 h 1196339"/>
                  <a:gd name="connsiteX5" fmla="*/ 866775 w 1733550"/>
                  <a:gd name="connsiteY5" fmla="*/ 0 h 1196339"/>
                  <a:gd name="connsiteX6" fmla="*/ 0 w 1733550"/>
                  <a:gd name="connsiteY6" fmla="*/ 598170 h 1196339"/>
                  <a:gd name="connsiteX7" fmla="*/ 866775 w 1733550"/>
                  <a:gd name="connsiteY7" fmla="*/ 1196340 h 1196339"/>
                  <a:gd name="connsiteX8" fmla="*/ 1733550 w 1733550"/>
                  <a:gd name="connsiteY8" fmla="*/ 598170 h 1196339"/>
                  <a:gd name="connsiteX9" fmla="*/ 866775 w 1733550"/>
                  <a:gd name="connsiteY9" fmla="*/ 0 h 1196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3550" h="1196339">
                    <a:moveTo>
                      <a:pt x="866775" y="1086803"/>
                    </a:moveTo>
                    <a:cubicBezTo>
                      <a:pt x="597218" y="1086803"/>
                      <a:pt x="379095" y="867728"/>
                      <a:pt x="379095" y="597218"/>
                    </a:cubicBezTo>
                    <a:cubicBezTo>
                      <a:pt x="379095" y="326708"/>
                      <a:pt x="597218" y="107633"/>
                      <a:pt x="866775" y="107633"/>
                    </a:cubicBezTo>
                    <a:cubicBezTo>
                      <a:pt x="1136333" y="107633"/>
                      <a:pt x="1354455" y="326708"/>
                      <a:pt x="1354455" y="597218"/>
                    </a:cubicBezTo>
                    <a:cubicBezTo>
                      <a:pt x="1354455" y="867728"/>
                      <a:pt x="1135380" y="1086803"/>
                      <a:pt x="866775" y="1086803"/>
                    </a:cubicBezTo>
                    <a:moveTo>
                      <a:pt x="866775" y="0"/>
                    </a:moveTo>
                    <a:cubicBezTo>
                      <a:pt x="477203" y="0"/>
                      <a:pt x="142875" y="246698"/>
                      <a:pt x="0" y="598170"/>
                    </a:cubicBezTo>
                    <a:cubicBezTo>
                      <a:pt x="142875" y="949643"/>
                      <a:pt x="477203" y="1196340"/>
                      <a:pt x="866775" y="1196340"/>
                    </a:cubicBezTo>
                    <a:cubicBezTo>
                      <a:pt x="1256348" y="1196340"/>
                      <a:pt x="1590675" y="949643"/>
                      <a:pt x="1733550" y="598170"/>
                    </a:cubicBezTo>
                    <a:cubicBezTo>
                      <a:pt x="1589723" y="246698"/>
                      <a:pt x="1256348" y="0"/>
                      <a:pt x="866775" y="0"/>
                    </a:cubicBezTo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720CAF18-9186-DE49-A85A-DCBCAFDEB72A}"/>
                  </a:ext>
                </a:extLst>
              </p:cNvPr>
              <p:cNvSpPr/>
              <p:nvPr/>
            </p:nvSpPr>
            <p:spPr>
              <a:xfrm>
                <a:off x="15403318" y="8148533"/>
                <a:ext cx="1624964" cy="652462"/>
              </a:xfrm>
              <a:custGeom>
                <a:avLst/>
                <a:gdLst>
                  <a:gd name="connsiteX0" fmla="*/ 812486 w 1624964"/>
                  <a:gd name="connsiteY0" fmla="*/ 0 h 652462"/>
                  <a:gd name="connsiteX1" fmla="*/ 4 w 1624964"/>
                  <a:gd name="connsiteY1" fmla="*/ 489585 h 652462"/>
                  <a:gd name="connsiteX2" fmla="*/ 4 w 1624964"/>
                  <a:gd name="connsiteY2" fmla="*/ 652463 h 652462"/>
                  <a:gd name="connsiteX3" fmla="*/ 812486 w 1624964"/>
                  <a:gd name="connsiteY3" fmla="*/ 272415 h 652462"/>
                  <a:gd name="connsiteX4" fmla="*/ 1624969 w 1624964"/>
                  <a:gd name="connsiteY4" fmla="*/ 652463 h 652462"/>
                  <a:gd name="connsiteX5" fmla="*/ 1624969 w 1624964"/>
                  <a:gd name="connsiteY5" fmla="*/ 489585 h 652462"/>
                  <a:gd name="connsiteX6" fmla="*/ 812486 w 1624964"/>
                  <a:gd name="connsiteY6" fmla="*/ 0 h 652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4964" h="652462">
                    <a:moveTo>
                      <a:pt x="812486" y="0"/>
                    </a:moveTo>
                    <a:cubicBezTo>
                      <a:pt x="465776" y="0"/>
                      <a:pt x="162881" y="196215"/>
                      <a:pt x="4" y="489585"/>
                    </a:cubicBezTo>
                    <a:lnTo>
                      <a:pt x="4" y="652463"/>
                    </a:lnTo>
                    <a:cubicBezTo>
                      <a:pt x="194314" y="420053"/>
                      <a:pt x="485779" y="272415"/>
                      <a:pt x="812486" y="272415"/>
                    </a:cubicBezTo>
                    <a:cubicBezTo>
                      <a:pt x="1139194" y="272415"/>
                      <a:pt x="1430659" y="420053"/>
                      <a:pt x="1624969" y="652463"/>
                    </a:cubicBezTo>
                    <a:lnTo>
                      <a:pt x="1624969" y="489585"/>
                    </a:lnTo>
                    <a:cubicBezTo>
                      <a:pt x="1461139" y="197168"/>
                      <a:pt x="1159196" y="0"/>
                      <a:pt x="812486" y="0"/>
                    </a:cubicBezTo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2" name="Arrow: Chevron 31">
              <a:extLst>
                <a:ext uri="{FF2B5EF4-FFF2-40B4-BE49-F238E27FC236}">
                  <a16:creationId xmlns:a16="http://schemas.microsoft.com/office/drawing/2014/main" id="{099D6F34-9797-3B94-2511-A50E798A64D7}"/>
                </a:ext>
              </a:extLst>
            </p:cNvPr>
            <p:cNvSpPr/>
            <p:nvPr/>
          </p:nvSpPr>
          <p:spPr bwMode="auto">
            <a:xfrm rot="10800000">
              <a:off x="17073339" y="8156150"/>
              <a:ext cx="1714706" cy="1714706"/>
            </a:xfrm>
            <a:prstGeom prst="chevron">
              <a:avLst/>
            </a:prstGeom>
            <a:solidFill>
              <a:schemeClr val="accent1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2CDA0EB-EDC3-60F7-6A0C-10AEBA48A7CD}"/>
                </a:ext>
              </a:extLst>
            </p:cNvPr>
            <p:cNvSpPr/>
            <p:nvPr/>
          </p:nvSpPr>
          <p:spPr bwMode="auto">
            <a:xfrm rot="16200000">
              <a:off x="17933124" y="9011072"/>
              <a:ext cx="3443391" cy="1733549"/>
            </a:xfrm>
            <a:prstGeom prst="triangle">
              <a:avLst/>
            </a:prstGeom>
            <a:solidFill>
              <a:srgbClr val="6FDC8C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09F49286-A14C-94F0-4FD3-65BA1B0A0564}"/>
                </a:ext>
              </a:extLst>
            </p:cNvPr>
            <p:cNvSpPr/>
            <p:nvPr/>
          </p:nvSpPr>
          <p:spPr bwMode="auto">
            <a:xfrm rot="16200000">
              <a:off x="19666673" y="9011072"/>
              <a:ext cx="3443391" cy="1733549"/>
            </a:xfrm>
            <a:prstGeom prst="triangle">
              <a:avLst/>
            </a:prstGeom>
            <a:solidFill>
              <a:srgbClr val="6FDC8C"/>
            </a:solidFill>
            <a:ln w="19050">
              <a:noFill/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91440" tIns="91440" rIns="91440" bIns="9144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IBM Plex Sans Light"/>
                <a:buNone/>
                <a:tabLst/>
              </a:pP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endParaRPr>
            </a:p>
          </p:txBody>
        </p:sp>
        <p:sp>
          <p:nvSpPr>
            <p:cNvPr id="35" name="Graphic 10">
              <a:extLst>
                <a:ext uri="{FF2B5EF4-FFF2-40B4-BE49-F238E27FC236}">
                  <a16:creationId xmlns:a16="http://schemas.microsoft.com/office/drawing/2014/main" id="{2F5E9458-0EE8-FDEF-2B7B-282F6908251B}"/>
                </a:ext>
              </a:extLst>
            </p:cNvPr>
            <p:cNvSpPr/>
            <p:nvPr/>
          </p:nvSpPr>
          <p:spPr>
            <a:xfrm>
              <a:off x="21393114" y="6419190"/>
              <a:ext cx="862029" cy="1724058"/>
            </a:xfrm>
            <a:custGeom>
              <a:avLst/>
              <a:gdLst>
                <a:gd name="connsiteX0" fmla="*/ 0 w 2862262"/>
                <a:gd name="connsiteY0" fmla="*/ 2862263 h 5724525"/>
                <a:gd name="connsiteX1" fmla="*/ 2862263 w 2862262"/>
                <a:gd name="connsiteY1" fmla="*/ 5724525 h 5724525"/>
                <a:gd name="connsiteX2" fmla="*/ 2862263 w 2862262"/>
                <a:gd name="connsiteY2" fmla="*/ 0 h 5724525"/>
                <a:gd name="connsiteX3" fmla="*/ 0 w 2862262"/>
                <a:gd name="connsiteY3" fmla="*/ 2862263 h 572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2262" h="5724525">
                  <a:moveTo>
                    <a:pt x="0" y="2862263"/>
                  </a:moveTo>
                  <a:cubicBezTo>
                    <a:pt x="0" y="4443413"/>
                    <a:pt x="1281113" y="5724525"/>
                    <a:pt x="2862263" y="5724525"/>
                  </a:cubicBezTo>
                  <a:lnTo>
                    <a:pt x="2862263" y="0"/>
                  </a:lnTo>
                  <a:cubicBezTo>
                    <a:pt x="1281113" y="0"/>
                    <a:pt x="0" y="1281113"/>
                    <a:pt x="0" y="286226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Graphic 10">
              <a:extLst>
                <a:ext uri="{FF2B5EF4-FFF2-40B4-BE49-F238E27FC236}">
                  <a16:creationId xmlns:a16="http://schemas.microsoft.com/office/drawing/2014/main" id="{A63BD186-B314-C0A9-BEE8-C38F637367A0}"/>
                </a:ext>
              </a:extLst>
            </p:cNvPr>
            <p:cNvSpPr/>
            <p:nvPr/>
          </p:nvSpPr>
          <p:spPr>
            <a:xfrm>
              <a:off x="20531120" y="6419190"/>
              <a:ext cx="862029" cy="1724058"/>
            </a:xfrm>
            <a:custGeom>
              <a:avLst/>
              <a:gdLst>
                <a:gd name="connsiteX0" fmla="*/ 0 w 2862262"/>
                <a:gd name="connsiteY0" fmla="*/ 2862263 h 5724525"/>
                <a:gd name="connsiteX1" fmla="*/ 2862263 w 2862262"/>
                <a:gd name="connsiteY1" fmla="*/ 5724525 h 5724525"/>
                <a:gd name="connsiteX2" fmla="*/ 2862263 w 2862262"/>
                <a:gd name="connsiteY2" fmla="*/ 0 h 5724525"/>
                <a:gd name="connsiteX3" fmla="*/ 0 w 2862262"/>
                <a:gd name="connsiteY3" fmla="*/ 2862263 h 572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62262" h="5724525">
                  <a:moveTo>
                    <a:pt x="0" y="2862263"/>
                  </a:moveTo>
                  <a:cubicBezTo>
                    <a:pt x="0" y="4443413"/>
                    <a:pt x="1281113" y="5724525"/>
                    <a:pt x="2862263" y="5724525"/>
                  </a:cubicBezTo>
                  <a:lnTo>
                    <a:pt x="2862263" y="0"/>
                  </a:lnTo>
                  <a:cubicBezTo>
                    <a:pt x="1281113" y="0"/>
                    <a:pt x="0" y="1281113"/>
                    <a:pt x="0" y="286226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94">
              <a:extLst>
                <a:ext uri="{FF2B5EF4-FFF2-40B4-BE49-F238E27FC236}">
                  <a16:creationId xmlns:a16="http://schemas.microsoft.com/office/drawing/2014/main" id="{AF95DBD1-3F5E-0F81-A667-6AC8B2877E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88045" y="2961244"/>
              <a:ext cx="3443392" cy="3443392"/>
            </a:xfrm>
            <a:custGeom>
              <a:avLst/>
              <a:gdLst>
                <a:gd name="T0" fmla="*/ 656 w 1614"/>
                <a:gd name="T1" fmla="*/ 1464 h 1614"/>
                <a:gd name="T2" fmla="*/ 787 w 1614"/>
                <a:gd name="T3" fmla="*/ 1070 h 1614"/>
                <a:gd name="T4" fmla="*/ 360 w 1614"/>
                <a:gd name="T5" fmla="*/ 983 h 1614"/>
                <a:gd name="T6" fmla="*/ 360 w 1614"/>
                <a:gd name="T7" fmla="*/ 263 h 1614"/>
                <a:gd name="T8" fmla="*/ 859 w 1614"/>
                <a:gd name="T9" fmla="*/ 0 h 1614"/>
                <a:gd name="T10" fmla="*/ 1358 w 1614"/>
                <a:gd name="T11" fmla="*/ 473 h 1614"/>
                <a:gd name="T12" fmla="*/ 1358 w 1614"/>
                <a:gd name="T13" fmla="*/ 983 h 1614"/>
                <a:gd name="T14" fmla="*/ 1227 w 1614"/>
                <a:gd name="T15" fmla="*/ 946 h 1614"/>
                <a:gd name="T16" fmla="*/ 1576 w 1614"/>
                <a:gd name="T17" fmla="*/ 728 h 1614"/>
                <a:gd name="T18" fmla="*/ 1332 w 1614"/>
                <a:gd name="T19" fmla="*/ 511 h 1614"/>
                <a:gd name="T20" fmla="*/ 859 w 1614"/>
                <a:gd name="T21" fmla="*/ 38 h 1614"/>
                <a:gd name="T22" fmla="*/ 437 w 1614"/>
                <a:gd name="T23" fmla="*/ 300 h 1614"/>
                <a:gd name="T24" fmla="*/ 38 w 1614"/>
                <a:gd name="T25" fmla="*/ 623 h 1614"/>
                <a:gd name="T26" fmla="*/ 701 w 1614"/>
                <a:gd name="T27" fmla="*/ 946 h 1614"/>
                <a:gd name="T28" fmla="*/ 826 w 1614"/>
                <a:gd name="T29" fmla="*/ 1315 h 1614"/>
                <a:gd name="T30" fmla="*/ 807 w 1614"/>
                <a:gd name="T31" fmla="*/ 1614 h 1614"/>
                <a:gd name="T32" fmla="*/ 694 w 1614"/>
                <a:gd name="T33" fmla="*/ 1464 h 1614"/>
                <a:gd name="T34" fmla="*/ 919 w 1614"/>
                <a:gd name="T35" fmla="*/ 1464 h 1614"/>
                <a:gd name="T36" fmla="*/ 1332 w 1614"/>
                <a:gd name="T37" fmla="*/ 1456 h 1614"/>
                <a:gd name="T38" fmla="*/ 1313 w 1614"/>
                <a:gd name="T39" fmla="*/ 1437 h 1614"/>
                <a:gd name="T40" fmla="*/ 1122 w 1614"/>
                <a:gd name="T41" fmla="*/ 1299 h 1614"/>
                <a:gd name="T42" fmla="*/ 998 w 1614"/>
                <a:gd name="T43" fmla="*/ 877 h 1614"/>
                <a:gd name="T44" fmla="*/ 1017 w 1614"/>
                <a:gd name="T45" fmla="*/ 578 h 1614"/>
                <a:gd name="T46" fmla="*/ 1036 w 1614"/>
                <a:gd name="T47" fmla="*/ 877 h 1614"/>
                <a:gd name="T48" fmla="*/ 1122 w 1614"/>
                <a:gd name="T49" fmla="*/ 1261 h 1614"/>
                <a:gd name="T50" fmla="*/ 1313 w 1614"/>
                <a:gd name="T51" fmla="*/ 1122 h 1614"/>
                <a:gd name="T52" fmla="*/ 1342 w 1614"/>
                <a:gd name="T53" fmla="*/ 1106 h 1614"/>
                <a:gd name="T54" fmla="*/ 1614 w 1614"/>
                <a:gd name="T55" fmla="*/ 1280 h 1614"/>
                <a:gd name="T56" fmla="*/ 1342 w 1614"/>
                <a:gd name="T57" fmla="*/ 1454 h 1614"/>
                <a:gd name="T58" fmla="*/ 1351 w 1614"/>
                <a:gd name="T59" fmla="*/ 1156 h 1614"/>
                <a:gd name="T60" fmla="*/ 1558 w 1614"/>
                <a:gd name="T61" fmla="*/ 1280 h 1614"/>
                <a:gd name="T62" fmla="*/ 1017 w 1614"/>
                <a:gd name="T63" fmla="*/ 616 h 1614"/>
                <a:gd name="T64" fmla="*/ 1017 w 1614"/>
                <a:gd name="T65" fmla="*/ 841 h 1614"/>
                <a:gd name="T66" fmla="*/ 1017 w 1614"/>
                <a:gd name="T67" fmla="*/ 616 h 1614"/>
                <a:gd name="T68" fmla="*/ 19 w 1614"/>
                <a:gd name="T69" fmla="*/ 1430 h 1614"/>
                <a:gd name="T70" fmla="*/ 0 w 1614"/>
                <a:gd name="T71" fmla="*/ 1148 h 1614"/>
                <a:gd name="T72" fmla="*/ 281 w 1614"/>
                <a:gd name="T73" fmla="*/ 1130 h 1614"/>
                <a:gd name="T74" fmla="*/ 300 w 1614"/>
                <a:gd name="T75" fmla="*/ 1261 h 1614"/>
                <a:gd name="T76" fmla="*/ 578 w 1614"/>
                <a:gd name="T77" fmla="*/ 1175 h 1614"/>
                <a:gd name="T78" fmla="*/ 615 w 1614"/>
                <a:gd name="T79" fmla="*/ 1070 h 1614"/>
                <a:gd name="T80" fmla="*/ 491 w 1614"/>
                <a:gd name="T81" fmla="*/ 1299 h 1614"/>
                <a:gd name="T82" fmla="*/ 300 w 1614"/>
                <a:gd name="T83" fmla="*/ 1411 h 1614"/>
                <a:gd name="T84" fmla="*/ 38 w 1614"/>
                <a:gd name="T85" fmla="*/ 1392 h 1614"/>
                <a:gd name="T86" fmla="*/ 262 w 1614"/>
                <a:gd name="T87" fmla="*/ 1167 h 1614"/>
                <a:gd name="T88" fmla="*/ 38 w 1614"/>
                <a:gd name="T89" fmla="*/ 1392 h 1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4" h="1614">
                  <a:moveTo>
                    <a:pt x="807" y="1614"/>
                  </a:moveTo>
                  <a:cubicBezTo>
                    <a:pt x="724" y="1614"/>
                    <a:pt x="656" y="1547"/>
                    <a:pt x="656" y="1464"/>
                  </a:cubicBezTo>
                  <a:cubicBezTo>
                    <a:pt x="656" y="1387"/>
                    <a:pt x="714" y="1324"/>
                    <a:pt x="788" y="1315"/>
                  </a:cubicBezTo>
                  <a:cubicBezTo>
                    <a:pt x="787" y="1070"/>
                    <a:pt x="787" y="1070"/>
                    <a:pt x="787" y="1070"/>
                  </a:cubicBezTo>
                  <a:cubicBezTo>
                    <a:pt x="787" y="1022"/>
                    <a:pt x="748" y="983"/>
                    <a:pt x="701" y="983"/>
                  </a:cubicBezTo>
                  <a:cubicBezTo>
                    <a:pt x="360" y="983"/>
                    <a:pt x="360" y="983"/>
                    <a:pt x="360" y="983"/>
                  </a:cubicBezTo>
                  <a:cubicBezTo>
                    <a:pt x="161" y="983"/>
                    <a:pt x="0" y="822"/>
                    <a:pt x="0" y="623"/>
                  </a:cubicBezTo>
                  <a:cubicBezTo>
                    <a:pt x="0" y="424"/>
                    <a:pt x="161" y="263"/>
                    <a:pt x="360" y="263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511" y="100"/>
                    <a:pt x="676" y="0"/>
                    <a:pt x="859" y="0"/>
                  </a:cubicBezTo>
                  <a:cubicBezTo>
                    <a:pt x="1124" y="0"/>
                    <a:pt x="1341" y="210"/>
                    <a:pt x="1351" y="473"/>
                  </a:cubicBezTo>
                  <a:cubicBezTo>
                    <a:pt x="1358" y="473"/>
                    <a:pt x="1358" y="473"/>
                    <a:pt x="1358" y="473"/>
                  </a:cubicBezTo>
                  <a:cubicBezTo>
                    <a:pt x="1499" y="473"/>
                    <a:pt x="1614" y="587"/>
                    <a:pt x="1614" y="728"/>
                  </a:cubicBezTo>
                  <a:cubicBezTo>
                    <a:pt x="1614" y="869"/>
                    <a:pt x="1499" y="983"/>
                    <a:pt x="1358" y="983"/>
                  </a:cubicBezTo>
                  <a:cubicBezTo>
                    <a:pt x="1227" y="984"/>
                    <a:pt x="1227" y="984"/>
                    <a:pt x="1227" y="984"/>
                  </a:cubicBezTo>
                  <a:cubicBezTo>
                    <a:pt x="1227" y="946"/>
                    <a:pt x="1227" y="946"/>
                    <a:pt x="1227" y="946"/>
                  </a:cubicBezTo>
                  <a:cubicBezTo>
                    <a:pt x="1358" y="946"/>
                    <a:pt x="1358" y="946"/>
                    <a:pt x="1358" y="946"/>
                  </a:cubicBezTo>
                  <a:cubicBezTo>
                    <a:pt x="1478" y="946"/>
                    <a:pt x="1576" y="848"/>
                    <a:pt x="1576" y="728"/>
                  </a:cubicBezTo>
                  <a:cubicBezTo>
                    <a:pt x="1576" y="608"/>
                    <a:pt x="1478" y="511"/>
                    <a:pt x="1358" y="511"/>
                  </a:cubicBezTo>
                  <a:cubicBezTo>
                    <a:pt x="1332" y="511"/>
                    <a:pt x="1332" y="511"/>
                    <a:pt x="1332" y="511"/>
                  </a:cubicBezTo>
                  <a:cubicBezTo>
                    <a:pt x="1322" y="511"/>
                    <a:pt x="1313" y="502"/>
                    <a:pt x="1313" y="492"/>
                  </a:cubicBezTo>
                  <a:cubicBezTo>
                    <a:pt x="1313" y="241"/>
                    <a:pt x="1110" y="38"/>
                    <a:pt x="859" y="38"/>
                  </a:cubicBezTo>
                  <a:cubicBezTo>
                    <a:pt x="687" y="38"/>
                    <a:pt x="531" y="134"/>
                    <a:pt x="454" y="290"/>
                  </a:cubicBezTo>
                  <a:cubicBezTo>
                    <a:pt x="450" y="296"/>
                    <a:pt x="444" y="300"/>
                    <a:pt x="437" y="300"/>
                  </a:cubicBezTo>
                  <a:cubicBezTo>
                    <a:pt x="360" y="300"/>
                    <a:pt x="360" y="300"/>
                    <a:pt x="360" y="300"/>
                  </a:cubicBezTo>
                  <a:cubicBezTo>
                    <a:pt x="182" y="300"/>
                    <a:pt x="38" y="445"/>
                    <a:pt x="38" y="623"/>
                  </a:cubicBezTo>
                  <a:cubicBezTo>
                    <a:pt x="38" y="801"/>
                    <a:pt x="182" y="946"/>
                    <a:pt x="360" y="946"/>
                  </a:cubicBezTo>
                  <a:cubicBezTo>
                    <a:pt x="701" y="946"/>
                    <a:pt x="701" y="946"/>
                    <a:pt x="701" y="946"/>
                  </a:cubicBezTo>
                  <a:cubicBezTo>
                    <a:pt x="769" y="946"/>
                    <a:pt x="825" y="1001"/>
                    <a:pt x="825" y="1070"/>
                  </a:cubicBezTo>
                  <a:cubicBezTo>
                    <a:pt x="826" y="1315"/>
                    <a:pt x="826" y="1315"/>
                    <a:pt x="826" y="1315"/>
                  </a:cubicBezTo>
                  <a:cubicBezTo>
                    <a:pt x="900" y="1324"/>
                    <a:pt x="957" y="1387"/>
                    <a:pt x="957" y="1464"/>
                  </a:cubicBezTo>
                  <a:cubicBezTo>
                    <a:pt x="957" y="1547"/>
                    <a:pt x="890" y="1614"/>
                    <a:pt x="807" y="1614"/>
                  </a:cubicBezTo>
                  <a:close/>
                  <a:moveTo>
                    <a:pt x="807" y="1351"/>
                  </a:moveTo>
                  <a:cubicBezTo>
                    <a:pt x="745" y="1351"/>
                    <a:pt x="694" y="1402"/>
                    <a:pt x="694" y="1464"/>
                  </a:cubicBezTo>
                  <a:cubicBezTo>
                    <a:pt x="694" y="1526"/>
                    <a:pt x="745" y="1576"/>
                    <a:pt x="807" y="1576"/>
                  </a:cubicBezTo>
                  <a:cubicBezTo>
                    <a:pt x="869" y="1576"/>
                    <a:pt x="919" y="1526"/>
                    <a:pt x="919" y="1464"/>
                  </a:cubicBezTo>
                  <a:cubicBezTo>
                    <a:pt x="919" y="1402"/>
                    <a:pt x="869" y="1351"/>
                    <a:pt x="807" y="1351"/>
                  </a:cubicBezTo>
                  <a:close/>
                  <a:moveTo>
                    <a:pt x="1332" y="1456"/>
                  </a:moveTo>
                  <a:cubicBezTo>
                    <a:pt x="1329" y="1456"/>
                    <a:pt x="1326" y="1455"/>
                    <a:pt x="1323" y="1454"/>
                  </a:cubicBezTo>
                  <a:cubicBezTo>
                    <a:pt x="1317" y="1450"/>
                    <a:pt x="1313" y="1444"/>
                    <a:pt x="1313" y="1437"/>
                  </a:cubicBezTo>
                  <a:cubicBezTo>
                    <a:pt x="1313" y="1299"/>
                    <a:pt x="1313" y="1299"/>
                    <a:pt x="1313" y="1299"/>
                  </a:cubicBezTo>
                  <a:cubicBezTo>
                    <a:pt x="1122" y="1299"/>
                    <a:pt x="1122" y="1299"/>
                    <a:pt x="1122" y="1299"/>
                  </a:cubicBezTo>
                  <a:cubicBezTo>
                    <a:pt x="1054" y="1299"/>
                    <a:pt x="998" y="1243"/>
                    <a:pt x="998" y="1175"/>
                  </a:cubicBezTo>
                  <a:cubicBezTo>
                    <a:pt x="998" y="877"/>
                    <a:pt x="998" y="877"/>
                    <a:pt x="998" y="877"/>
                  </a:cubicBezTo>
                  <a:cubicBezTo>
                    <a:pt x="924" y="868"/>
                    <a:pt x="867" y="805"/>
                    <a:pt x="867" y="728"/>
                  </a:cubicBezTo>
                  <a:cubicBezTo>
                    <a:pt x="867" y="645"/>
                    <a:pt x="934" y="578"/>
                    <a:pt x="1017" y="578"/>
                  </a:cubicBezTo>
                  <a:cubicBezTo>
                    <a:pt x="1100" y="578"/>
                    <a:pt x="1167" y="645"/>
                    <a:pt x="1167" y="728"/>
                  </a:cubicBezTo>
                  <a:cubicBezTo>
                    <a:pt x="1167" y="805"/>
                    <a:pt x="1110" y="868"/>
                    <a:pt x="1036" y="877"/>
                  </a:cubicBezTo>
                  <a:cubicBezTo>
                    <a:pt x="1036" y="1175"/>
                    <a:pt x="1036" y="1175"/>
                    <a:pt x="1036" y="1175"/>
                  </a:cubicBezTo>
                  <a:cubicBezTo>
                    <a:pt x="1036" y="1222"/>
                    <a:pt x="1074" y="1261"/>
                    <a:pt x="1122" y="1261"/>
                  </a:cubicBezTo>
                  <a:cubicBezTo>
                    <a:pt x="1313" y="1261"/>
                    <a:pt x="1313" y="1261"/>
                    <a:pt x="1313" y="1261"/>
                  </a:cubicBezTo>
                  <a:cubicBezTo>
                    <a:pt x="1313" y="1122"/>
                    <a:pt x="1313" y="1122"/>
                    <a:pt x="1313" y="1122"/>
                  </a:cubicBezTo>
                  <a:cubicBezTo>
                    <a:pt x="1313" y="1115"/>
                    <a:pt x="1317" y="1109"/>
                    <a:pt x="1323" y="1106"/>
                  </a:cubicBezTo>
                  <a:cubicBezTo>
                    <a:pt x="1329" y="1102"/>
                    <a:pt x="1336" y="1102"/>
                    <a:pt x="1342" y="1106"/>
                  </a:cubicBezTo>
                  <a:cubicBezTo>
                    <a:pt x="1604" y="1264"/>
                    <a:pt x="1604" y="1264"/>
                    <a:pt x="1604" y="1264"/>
                  </a:cubicBezTo>
                  <a:cubicBezTo>
                    <a:pt x="1610" y="1267"/>
                    <a:pt x="1614" y="1273"/>
                    <a:pt x="1614" y="1280"/>
                  </a:cubicBezTo>
                  <a:cubicBezTo>
                    <a:pt x="1614" y="1286"/>
                    <a:pt x="1610" y="1293"/>
                    <a:pt x="1604" y="1296"/>
                  </a:cubicBezTo>
                  <a:cubicBezTo>
                    <a:pt x="1342" y="1454"/>
                    <a:pt x="1342" y="1454"/>
                    <a:pt x="1342" y="1454"/>
                  </a:cubicBezTo>
                  <a:cubicBezTo>
                    <a:pt x="1339" y="1455"/>
                    <a:pt x="1335" y="1456"/>
                    <a:pt x="1332" y="1456"/>
                  </a:cubicBezTo>
                  <a:close/>
                  <a:moveTo>
                    <a:pt x="1351" y="1156"/>
                  </a:moveTo>
                  <a:cubicBezTo>
                    <a:pt x="1351" y="1404"/>
                    <a:pt x="1351" y="1404"/>
                    <a:pt x="1351" y="1404"/>
                  </a:cubicBezTo>
                  <a:cubicBezTo>
                    <a:pt x="1558" y="1280"/>
                    <a:pt x="1558" y="1280"/>
                    <a:pt x="1558" y="1280"/>
                  </a:cubicBezTo>
                  <a:lnTo>
                    <a:pt x="1351" y="1156"/>
                  </a:lnTo>
                  <a:close/>
                  <a:moveTo>
                    <a:pt x="1017" y="616"/>
                  </a:moveTo>
                  <a:cubicBezTo>
                    <a:pt x="955" y="616"/>
                    <a:pt x="904" y="666"/>
                    <a:pt x="904" y="728"/>
                  </a:cubicBezTo>
                  <a:cubicBezTo>
                    <a:pt x="904" y="790"/>
                    <a:pt x="955" y="841"/>
                    <a:pt x="1017" y="841"/>
                  </a:cubicBezTo>
                  <a:cubicBezTo>
                    <a:pt x="1079" y="841"/>
                    <a:pt x="1129" y="790"/>
                    <a:pt x="1129" y="728"/>
                  </a:cubicBezTo>
                  <a:cubicBezTo>
                    <a:pt x="1129" y="666"/>
                    <a:pt x="1079" y="616"/>
                    <a:pt x="1017" y="616"/>
                  </a:cubicBezTo>
                  <a:close/>
                  <a:moveTo>
                    <a:pt x="281" y="1430"/>
                  </a:moveTo>
                  <a:cubicBezTo>
                    <a:pt x="19" y="1430"/>
                    <a:pt x="19" y="1430"/>
                    <a:pt x="19" y="1430"/>
                  </a:cubicBezTo>
                  <a:cubicBezTo>
                    <a:pt x="8" y="1430"/>
                    <a:pt x="0" y="1422"/>
                    <a:pt x="0" y="1411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0" y="1138"/>
                    <a:pt x="8" y="1130"/>
                    <a:pt x="19" y="1130"/>
                  </a:cubicBezTo>
                  <a:cubicBezTo>
                    <a:pt x="281" y="1130"/>
                    <a:pt x="281" y="1130"/>
                    <a:pt x="281" y="1130"/>
                  </a:cubicBezTo>
                  <a:cubicBezTo>
                    <a:pt x="292" y="1130"/>
                    <a:pt x="300" y="1138"/>
                    <a:pt x="300" y="1148"/>
                  </a:cubicBezTo>
                  <a:cubicBezTo>
                    <a:pt x="300" y="1261"/>
                    <a:pt x="300" y="1261"/>
                    <a:pt x="300" y="1261"/>
                  </a:cubicBezTo>
                  <a:cubicBezTo>
                    <a:pt x="491" y="1261"/>
                    <a:pt x="491" y="1261"/>
                    <a:pt x="491" y="1261"/>
                  </a:cubicBezTo>
                  <a:cubicBezTo>
                    <a:pt x="539" y="1261"/>
                    <a:pt x="578" y="1222"/>
                    <a:pt x="578" y="1175"/>
                  </a:cubicBezTo>
                  <a:cubicBezTo>
                    <a:pt x="578" y="1070"/>
                    <a:pt x="578" y="1070"/>
                    <a:pt x="578" y="1070"/>
                  </a:cubicBezTo>
                  <a:cubicBezTo>
                    <a:pt x="615" y="1070"/>
                    <a:pt x="615" y="1070"/>
                    <a:pt x="615" y="1070"/>
                  </a:cubicBezTo>
                  <a:cubicBezTo>
                    <a:pt x="615" y="1175"/>
                    <a:pt x="615" y="1175"/>
                    <a:pt x="615" y="1175"/>
                  </a:cubicBezTo>
                  <a:cubicBezTo>
                    <a:pt x="615" y="1243"/>
                    <a:pt x="560" y="1299"/>
                    <a:pt x="491" y="1299"/>
                  </a:cubicBezTo>
                  <a:cubicBezTo>
                    <a:pt x="300" y="1299"/>
                    <a:pt x="300" y="1299"/>
                    <a:pt x="300" y="1299"/>
                  </a:cubicBezTo>
                  <a:cubicBezTo>
                    <a:pt x="300" y="1411"/>
                    <a:pt x="300" y="1411"/>
                    <a:pt x="300" y="1411"/>
                  </a:cubicBezTo>
                  <a:cubicBezTo>
                    <a:pt x="300" y="1422"/>
                    <a:pt x="292" y="1430"/>
                    <a:pt x="281" y="1430"/>
                  </a:cubicBezTo>
                  <a:close/>
                  <a:moveTo>
                    <a:pt x="38" y="1392"/>
                  </a:moveTo>
                  <a:cubicBezTo>
                    <a:pt x="262" y="1392"/>
                    <a:pt x="262" y="1392"/>
                    <a:pt x="262" y="1392"/>
                  </a:cubicBezTo>
                  <a:cubicBezTo>
                    <a:pt x="262" y="1167"/>
                    <a:pt x="262" y="1167"/>
                    <a:pt x="262" y="1167"/>
                  </a:cubicBezTo>
                  <a:cubicBezTo>
                    <a:pt x="38" y="1167"/>
                    <a:pt x="38" y="1167"/>
                    <a:pt x="38" y="1167"/>
                  </a:cubicBezTo>
                  <a:lnTo>
                    <a:pt x="38" y="13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sp>
          <p:nvSpPr>
            <p:cNvPr id="38" name="Graphic 15">
              <a:extLst>
                <a:ext uri="{FF2B5EF4-FFF2-40B4-BE49-F238E27FC236}">
                  <a16:creationId xmlns:a16="http://schemas.microsoft.com/office/drawing/2014/main" id="{3233263B-DC50-DFD6-1555-951BB05565CD}"/>
                </a:ext>
              </a:extLst>
            </p:cNvPr>
            <p:cNvSpPr/>
            <p:nvPr/>
          </p:nvSpPr>
          <p:spPr>
            <a:xfrm>
              <a:off x="18795178" y="6419190"/>
              <a:ext cx="1733550" cy="1733550"/>
            </a:xfrm>
            <a:custGeom>
              <a:avLst/>
              <a:gdLst>
                <a:gd name="connsiteX0" fmla="*/ 0 w 1313497"/>
                <a:gd name="connsiteY0" fmla="*/ 0 h 1313497"/>
                <a:gd name="connsiteX1" fmla="*/ 0 w 1313497"/>
                <a:gd name="connsiteY1" fmla="*/ 1313498 h 1313497"/>
                <a:gd name="connsiteX2" fmla="*/ 1313498 w 1313497"/>
                <a:gd name="connsiteY2" fmla="*/ 1313498 h 1313497"/>
                <a:gd name="connsiteX3" fmla="*/ 1313498 w 1313497"/>
                <a:gd name="connsiteY3" fmla="*/ 0 h 1313497"/>
                <a:gd name="connsiteX4" fmla="*/ 0 w 1313497"/>
                <a:gd name="connsiteY4" fmla="*/ 0 h 1313497"/>
                <a:gd name="connsiteX5" fmla="*/ 657225 w 1313497"/>
                <a:gd name="connsiteY5" fmla="*/ 1307783 h 1313497"/>
                <a:gd name="connsiteX6" fmla="*/ 6668 w 1313497"/>
                <a:gd name="connsiteY6" fmla="*/ 657225 h 1313497"/>
                <a:gd name="connsiteX7" fmla="*/ 657225 w 1313497"/>
                <a:gd name="connsiteY7" fmla="*/ 6668 h 1313497"/>
                <a:gd name="connsiteX8" fmla="*/ 1307783 w 1313497"/>
                <a:gd name="connsiteY8" fmla="*/ 657225 h 1313497"/>
                <a:gd name="connsiteX9" fmla="*/ 657225 w 1313497"/>
                <a:gd name="connsiteY9" fmla="*/ 1307783 h 13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497" h="1313497">
                  <a:moveTo>
                    <a:pt x="0" y="0"/>
                  </a:moveTo>
                  <a:lnTo>
                    <a:pt x="0" y="1313498"/>
                  </a:lnTo>
                  <a:lnTo>
                    <a:pt x="1313498" y="1313498"/>
                  </a:lnTo>
                  <a:lnTo>
                    <a:pt x="1313498" y="0"/>
                  </a:lnTo>
                  <a:lnTo>
                    <a:pt x="0" y="0"/>
                  </a:lnTo>
                  <a:close/>
                  <a:moveTo>
                    <a:pt x="657225" y="1307783"/>
                  </a:moveTo>
                  <a:lnTo>
                    <a:pt x="6668" y="657225"/>
                  </a:lnTo>
                  <a:lnTo>
                    <a:pt x="657225" y="6668"/>
                  </a:lnTo>
                  <a:lnTo>
                    <a:pt x="1307783" y="657225"/>
                  </a:lnTo>
                  <a:lnTo>
                    <a:pt x="657225" y="1307783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C31CA7A0-E1EA-CC28-464A-48C141E3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1">
            <a:extLst>
              <a:ext uri="{FF2B5EF4-FFF2-40B4-BE49-F238E27FC236}">
                <a16:creationId xmlns:a16="http://schemas.microsoft.com/office/drawing/2014/main" id="{9BCAF19F-1CE8-B5CA-60ED-FA856519E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9753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, cyan background, illustration 3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CFA4843-2EEB-F757-826B-7080CBD95F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1549E4-DE64-84A7-B380-3A8726804912}"/>
              </a:ext>
            </a:extLst>
          </p:cNvPr>
          <p:cNvGrpSpPr/>
          <p:nvPr userDrawn="1"/>
        </p:nvGrpSpPr>
        <p:grpSpPr>
          <a:xfrm>
            <a:off x="15230475" y="1133870"/>
            <a:ext cx="8574088" cy="11448260"/>
            <a:chOff x="9040276" y="4321637"/>
            <a:chExt cx="4881191" cy="651744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5B46A4-470E-76F3-D85F-4ADF7C970EF3}"/>
                </a:ext>
              </a:extLst>
            </p:cNvPr>
            <p:cNvGrpSpPr/>
            <p:nvPr/>
          </p:nvGrpSpPr>
          <p:grpSpPr>
            <a:xfrm>
              <a:off x="10564253" y="4321637"/>
              <a:ext cx="3195289" cy="3207570"/>
              <a:chOff x="15349314" y="8148533"/>
              <a:chExt cx="1733550" cy="1740213"/>
            </a:xfrm>
            <a:solidFill>
              <a:schemeClr val="accent1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51F28622-E9D5-B245-0CE7-B8F4DA51DB43}"/>
                  </a:ext>
                </a:extLst>
              </p:cNvPr>
              <p:cNvSpPr/>
              <p:nvPr/>
            </p:nvSpPr>
            <p:spPr>
              <a:xfrm>
                <a:off x="15999871" y="9073400"/>
                <a:ext cx="432434" cy="434346"/>
              </a:xfrm>
              <a:custGeom>
                <a:avLst/>
                <a:gdLst>
                  <a:gd name="connsiteX0" fmla="*/ 432435 w 432434"/>
                  <a:gd name="connsiteY0" fmla="*/ 217177 h 434346"/>
                  <a:gd name="connsiteX1" fmla="*/ 216217 w 432434"/>
                  <a:gd name="connsiteY1" fmla="*/ 434347 h 434346"/>
                  <a:gd name="connsiteX2" fmla="*/ 0 w 432434"/>
                  <a:gd name="connsiteY2" fmla="*/ 217177 h 434346"/>
                  <a:gd name="connsiteX3" fmla="*/ 216217 w 432434"/>
                  <a:gd name="connsiteY3" fmla="*/ 7 h 434346"/>
                  <a:gd name="connsiteX4" fmla="*/ 432435 w 432434"/>
                  <a:gd name="connsiteY4" fmla="*/ 217177 h 434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434" h="434346">
                    <a:moveTo>
                      <a:pt x="432435" y="217177"/>
                    </a:moveTo>
                    <a:cubicBezTo>
                      <a:pt x="432435" y="337192"/>
                      <a:pt x="335280" y="434347"/>
                      <a:pt x="216217" y="434347"/>
                    </a:cubicBezTo>
                    <a:cubicBezTo>
                      <a:pt x="96202" y="434347"/>
                      <a:pt x="0" y="337192"/>
                      <a:pt x="0" y="217177"/>
                    </a:cubicBezTo>
                    <a:cubicBezTo>
                      <a:pt x="0" y="97162"/>
                      <a:pt x="97155" y="7"/>
                      <a:pt x="216217" y="7"/>
                    </a:cubicBezTo>
                    <a:cubicBezTo>
                      <a:pt x="335280" y="-946"/>
                      <a:pt x="432435" y="97162"/>
                      <a:pt x="432435" y="217177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6D64841-0D08-B7D0-1F60-CE3B7FB86FAB}"/>
                  </a:ext>
                </a:extLst>
              </p:cNvPr>
              <p:cNvSpPr/>
              <p:nvPr/>
            </p:nvSpPr>
            <p:spPr>
              <a:xfrm>
                <a:off x="15349314" y="8692407"/>
                <a:ext cx="1733550" cy="1196339"/>
              </a:xfrm>
              <a:custGeom>
                <a:avLst/>
                <a:gdLst>
                  <a:gd name="connsiteX0" fmla="*/ 866775 w 1733550"/>
                  <a:gd name="connsiteY0" fmla="*/ 1086803 h 1196339"/>
                  <a:gd name="connsiteX1" fmla="*/ 379095 w 1733550"/>
                  <a:gd name="connsiteY1" fmla="*/ 597218 h 1196339"/>
                  <a:gd name="connsiteX2" fmla="*/ 866775 w 1733550"/>
                  <a:gd name="connsiteY2" fmla="*/ 107633 h 1196339"/>
                  <a:gd name="connsiteX3" fmla="*/ 1354455 w 1733550"/>
                  <a:gd name="connsiteY3" fmla="*/ 597218 h 1196339"/>
                  <a:gd name="connsiteX4" fmla="*/ 866775 w 1733550"/>
                  <a:gd name="connsiteY4" fmla="*/ 1086803 h 1196339"/>
                  <a:gd name="connsiteX5" fmla="*/ 866775 w 1733550"/>
                  <a:gd name="connsiteY5" fmla="*/ 0 h 1196339"/>
                  <a:gd name="connsiteX6" fmla="*/ 0 w 1733550"/>
                  <a:gd name="connsiteY6" fmla="*/ 598170 h 1196339"/>
                  <a:gd name="connsiteX7" fmla="*/ 866775 w 1733550"/>
                  <a:gd name="connsiteY7" fmla="*/ 1196340 h 1196339"/>
                  <a:gd name="connsiteX8" fmla="*/ 1733550 w 1733550"/>
                  <a:gd name="connsiteY8" fmla="*/ 598170 h 1196339"/>
                  <a:gd name="connsiteX9" fmla="*/ 866775 w 1733550"/>
                  <a:gd name="connsiteY9" fmla="*/ 0 h 1196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3550" h="1196339">
                    <a:moveTo>
                      <a:pt x="866775" y="1086803"/>
                    </a:moveTo>
                    <a:cubicBezTo>
                      <a:pt x="597218" y="1086803"/>
                      <a:pt x="379095" y="867728"/>
                      <a:pt x="379095" y="597218"/>
                    </a:cubicBezTo>
                    <a:cubicBezTo>
                      <a:pt x="379095" y="326708"/>
                      <a:pt x="597218" y="107633"/>
                      <a:pt x="866775" y="107633"/>
                    </a:cubicBezTo>
                    <a:cubicBezTo>
                      <a:pt x="1136333" y="107633"/>
                      <a:pt x="1354455" y="326708"/>
                      <a:pt x="1354455" y="597218"/>
                    </a:cubicBezTo>
                    <a:cubicBezTo>
                      <a:pt x="1354455" y="867728"/>
                      <a:pt x="1135380" y="1086803"/>
                      <a:pt x="866775" y="1086803"/>
                    </a:cubicBezTo>
                    <a:moveTo>
                      <a:pt x="866775" y="0"/>
                    </a:moveTo>
                    <a:cubicBezTo>
                      <a:pt x="477203" y="0"/>
                      <a:pt x="142875" y="246698"/>
                      <a:pt x="0" y="598170"/>
                    </a:cubicBezTo>
                    <a:cubicBezTo>
                      <a:pt x="142875" y="949643"/>
                      <a:pt x="477203" y="1196340"/>
                      <a:pt x="866775" y="1196340"/>
                    </a:cubicBezTo>
                    <a:cubicBezTo>
                      <a:pt x="1256348" y="1196340"/>
                      <a:pt x="1590675" y="949643"/>
                      <a:pt x="1733550" y="598170"/>
                    </a:cubicBezTo>
                    <a:cubicBezTo>
                      <a:pt x="1589723" y="246698"/>
                      <a:pt x="1256348" y="0"/>
                      <a:pt x="866775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7EF55BC-A1AE-39AC-069B-DD57829B8B1C}"/>
                  </a:ext>
                </a:extLst>
              </p:cNvPr>
              <p:cNvSpPr/>
              <p:nvPr/>
            </p:nvSpPr>
            <p:spPr>
              <a:xfrm>
                <a:off x="15403318" y="8148533"/>
                <a:ext cx="1624964" cy="652462"/>
              </a:xfrm>
              <a:custGeom>
                <a:avLst/>
                <a:gdLst>
                  <a:gd name="connsiteX0" fmla="*/ 812486 w 1624964"/>
                  <a:gd name="connsiteY0" fmla="*/ 0 h 652462"/>
                  <a:gd name="connsiteX1" fmla="*/ 4 w 1624964"/>
                  <a:gd name="connsiteY1" fmla="*/ 489585 h 652462"/>
                  <a:gd name="connsiteX2" fmla="*/ 4 w 1624964"/>
                  <a:gd name="connsiteY2" fmla="*/ 652463 h 652462"/>
                  <a:gd name="connsiteX3" fmla="*/ 812486 w 1624964"/>
                  <a:gd name="connsiteY3" fmla="*/ 272415 h 652462"/>
                  <a:gd name="connsiteX4" fmla="*/ 1624969 w 1624964"/>
                  <a:gd name="connsiteY4" fmla="*/ 652463 h 652462"/>
                  <a:gd name="connsiteX5" fmla="*/ 1624969 w 1624964"/>
                  <a:gd name="connsiteY5" fmla="*/ 489585 h 652462"/>
                  <a:gd name="connsiteX6" fmla="*/ 812486 w 1624964"/>
                  <a:gd name="connsiteY6" fmla="*/ 0 h 652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4964" h="652462">
                    <a:moveTo>
                      <a:pt x="812486" y="0"/>
                    </a:moveTo>
                    <a:cubicBezTo>
                      <a:pt x="465776" y="0"/>
                      <a:pt x="162881" y="196215"/>
                      <a:pt x="4" y="489585"/>
                    </a:cubicBezTo>
                    <a:lnTo>
                      <a:pt x="4" y="652463"/>
                    </a:lnTo>
                    <a:cubicBezTo>
                      <a:pt x="194314" y="420053"/>
                      <a:pt x="485779" y="272415"/>
                      <a:pt x="812486" y="272415"/>
                    </a:cubicBezTo>
                    <a:cubicBezTo>
                      <a:pt x="1139194" y="272415"/>
                      <a:pt x="1430659" y="420053"/>
                      <a:pt x="1624969" y="652463"/>
                    </a:cubicBezTo>
                    <a:lnTo>
                      <a:pt x="1624969" y="489585"/>
                    </a:lnTo>
                    <a:cubicBezTo>
                      <a:pt x="1461139" y="197168"/>
                      <a:pt x="1159196" y="0"/>
                      <a:pt x="812486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 94">
              <a:extLst>
                <a:ext uri="{FF2B5EF4-FFF2-40B4-BE49-F238E27FC236}">
                  <a16:creationId xmlns:a16="http://schemas.microsoft.com/office/drawing/2014/main" id="{ABEB5656-74F4-9FD9-DC66-2BEC97095A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046131" y="8963746"/>
              <a:ext cx="1875336" cy="1875336"/>
            </a:xfrm>
            <a:custGeom>
              <a:avLst/>
              <a:gdLst>
                <a:gd name="T0" fmla="*/ 656 w 1614"/>
                <a:gd name="T1" fmla="*/ 1464 h 1614"/>
                <a:gd name="T2" fmla="*/ 787 w 1614"/>
                <a:gd name="T3" fmla="*/ 1070 h 1614"/>
                <a:gd name="T4" fmla="*/ 360 w 1614"/>
                <a:gd name="T5" fmla="*/ 983 h 1614"/>
                <a:gd name="T6" fmla="*/ 360 w 1614"/>
                <a:gd name="T7" fmla="*/ 263 h 1614"/>
                <a:gd name="T8" fmla="*/ 859 w 1614"/>
                <a:gd name="T9" fmla="*/ 0 h 1614"/>
                <a:gd name="T10" fmla="*/ 1358 w 1614"/>
                <a:gd name="T11" fmla="*/ 473 h 1614"/>
                <a:gd name="T12" fmla="*/ 1358 w 1614"/>
                <a:gd name="T13" fmla="*/ 983 h 1614"/>
                <a:gd name="T14" fmla="*/ 1227 w 1614"/>
                <a:gd name="T15" fmla="*/ 946 h 1614"/>
                <a:gd name="T16" fmla="*/ 1576 w 1614"/>
                <a:gd name="T17" fmla="*/ 728 h 1614"/>
                <a:gd name="T18" fmla="*/ 1332 w 1614"/>
                <a:gd name="T19" fmla="*/ 511 h 1614"/>
                <a:gd name="T20" fmla="*/ 859 w 1614"/>
                <a:gd name="T21" fmla="*/ 38 h 1614"/>
                <a:gd name="T22" fmla="*/ 437 w 1614"/>
                <a:gd name="T23" fmla="*/ 300 h 1614"/>
                <a:gd name="T24" fmla="*/ 38 w 1614"/>
                <a:gd name="T25" fmla="*/ 623 h 1614"/>
                <a:gd name="T26" fmla="*/ 701 w 1614"/>
                <a:gd name="T27" fmla="*/ 946 h 1614"/>
                <a:gd name="T28" fmla="*/ 826 w 1614"/>
                <a:gd name="T29" fmla="*/ 1315 h 1614"/>
                <a:gd name="T30" fmla="*/ 807 w 1614"/>
                <a:gd name="T31" fmla="*/ 1614 h 1614"/>
                <a:gd name="T32" fmla="*/ 694 w 1614"/>
                <a:gd name="T33" fmla="*/ 1464 h 1614"/>
                <a:gd name="T34" fmla="*/ 919 w 1614"/>
                <a:gd name="T35" fmla="*/ 1464 h 1614"/>
                <a:gd name="T36" fmla="*/ 1332 w 1614"/>
                <a:gd name="T37" fmla="*/ 1456 h 1614"/>
                <a:gd name="T38" fmla="*/ 1313 w 1614"/>
                <a:gd name="T39" fmla="*/ 1437 h 1614"/>
                <a:gd name="T40" fmla="*/ 1122 w 1614"/>
                <a:gd name="T41" fmla="*/ 1299 h 1614"/>
                <a:gd name="T42" fmla="*/ 998 w 1614"/>
                <a:gd name="T43" fmla="*/ 877 h 1614"/>
                <a:gd name="T44" fmla="*/ 1017 w 1614"/>
                <a:gd name="T45" fmla="*/ 578 h 1614"/>
                <a:gd name="T46" fmla="*/ 1036 w 1614"/>
                <a:gd name="T47" fmla="*/ 877 h 1614"/>
                <a:gd name="T48" fmla="*/ 1122 w 1614"/>
                <a:gd name="T49" fmla="*/ 1261 h 1614"/>
                <a:gd name="T50" fmla="*/ 1313 w 1614"/>
                <a:gd name="T51" fmla="*/ 1122 h 1614"/>
                <a:gd name="T52" fmla="*/ 1342 w 1614"/>
                <a:gd name="T53" fmla="*/ 1106 h 1614"/>
                <a:gd name="T54" fmla="*/ 1614 w 1614"/>
                <a:gd name="T55" fmla="*/ 1280 h 1614"/>
                <a:gd name="T56" fmla="*/ 1342 w 1614"/>
                <a:gd name="T57" fmla="*/ 1454 h 1614"/>
                <a:gd name="T58" fmla="*/ 1351 w 1614"/>
                <a:gd name="T59" fmla="*/ 1156 h 1614"/>
                <a:gd name="T60" fmla="*/ 1558 w 1614"/>
                <a:gd name="T61" fmla="*/ 1280 h 1614"/>
                <a:gd name="T62" fmla="*/ 1017 w 1614"/>
                <a:gd name="T63" fmla="*/ 616 h 1614"/>
                <a:gd name="T64" fmla="*/ 1017 w 1614"/>
                <a:gd name="T65" fmla="*/ 841 h 1614"/>
                <a:gd name="T66" fmla="*/ 1017 w 1614"/>
                <a:gd name="T67" fmla="*/ 616 h 1614"/>
                <a:gd name="T68" fmla="*/ 19 w 1614"/>
                <a:gd name="T69" fmla="*/ 1430 h 1614"/>
                <a:gd name="T70" fmla="*/ 0 w 1614"/>
                <a:gd name="T71" fmla="*/ 1148 h 1614"/>
                <a:gd name="T72" fmla="*/ 281 w 1614"/>
                <a:gd name="T73" fmla="*/ 1130 h 1614"/>
                <a:gd name="T74" fmla="*/ 300 w 1614"/>
                <a:gd name="T75" fmla="*/ 1261 h 1614"/>
                <a:gd name="T76" fmla="*/ 578 w 1614"/>
                <a:gd name="T77" fmla="*/ 1175 h 1614"/>
                <a:gd name="T78" fmla="*/ 615 w 1614"/>
                <a:gd name="T79" fmla="*/ 1070 h 1614"/>
                <a:gd name="T80" fmla="*/ 491 w 1614"/>
                <a:gd name="T81" fmla="*/ 1299 h 1614"/>
                <a:gd name="T82" fmla="*/ 300 w 1614"/>
                <a:gd name="T83" fmla="*/ 1411 h 1614"/>
                <a:gd name="T84" fmla="*/ 38 w 1614"/>
                <a:gd name="T85" fmla="*/ 1392 h 1614"/>
                <a:gd name="T86" fmla="*/ 262 w 1614"/>
                <a:gd name="T87" fmla="*/ 1167 h 1614"/>
                <a:gd name="T88" fmla="*/ 38 w 1614"/>
                <a:gd name="T89" fmla="*/ 1392 h 1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14" h="1614">
                  <a:moveTo>
                    <a:pt x="807" y="1614"/>
                  </a:moveTo>
                  <a:cubicBezTo>
                    <a:pt x="724" y="1614"/>
                    <a:pt x="656" y="1547"/>
                    <a:pt x="656" y="1464"/>
                  </a:cubicBezTo>
                  <a:cubicBezTo>
                    <a:pt x="656" y="1387"/>
                    <a:pt x="714" y="1324"/>
                    <a:pt x="788" y="1315"/>
                  </a:cubicBezTo>
                  <a:cubicBezTo>
                    <a:pt x="787" y="1070"/>
                    <a:pt x="787" y="1070"/>
                    <a:pt x="787" y="1070"/>
                  </a:cubicBezTo>
                  <a:cubicBezTo>
                    <a:pt x="787" y="1022"/>
                    <a:pt x="748" y="983"/>
                    <a:pt x="701" y="983"/>
                  </a:cubicBezTo>
                  <a:cubicBezTo>
                    <a:pt x="360" y="983"/>
                    <a:pt x="360" y="983"/>
                    <a:pt x="360" y="983"/>
                  </a:cubicBezTo>
                  <a:cubicBezTo>
                    <a:pt x="161" y="983"/>
                    <a:pt x="0" y="822"/>
                    <a:pt x="0" y="623"/>
                  </a:cubicBezTo>
                  <a:cubicBezTo>
                    <a:pt x="0" y="424"/>
                    <a:pt x="161" y="263"/>
                    <a:pt x="360" y="263"/>
                  </a:cubicBezTo>
                  <a:cubicBezTo>
                    <a:pt x="425" y="263"/>
                    <a:pt x="425" y="263"/>
                    <a:pt x="425" y="263"/>
                  </a:cubicBezTo>
                  <a:cubicBezTo>
                    <a:pt x="511" y="100"/>
                    <a:pt x="676" y="0"/>
                    <a:pt x="859" y="0"/>
                  </a:cubicBezTo>
                  <a:cubicBezTo>
                    <a:pt x="1124" y="0"/>
                    <a:pt x="1341" y="210"/>
                    <a:pt x="1351" y="473"/>
                  </a:cubicBezTo>
                  <a:cubicBezTo>
                    <a:pt x="1358" y="473"/>
                    <a:pt x="1358" y="473"/>
                    <a:pt x="1358" y="473"/>
                  </a:cubicBezTo>
                  <a:cubicBezTo>
                    <a:pt x="1499" y="473"/>
                    <a:pt x="1614" y="587"/>
                    <a:pt x="1614" y="728"/>
                  </a:cubicBezTo>
                  <a:cubicBezTo>
                    <a:pt x="1614" y="869"/>
                    <a:pt x="1499" y="983"/>
                    <a:pt x="1358" y="983"/>
                  </a:cubicBezTo>
                  <a:cubicBezTo>
                    <a:pt x="1227" y="984"/>
                    <a:pt x="1227" y="984"/>
                    <a:pt x="1227" y="984"/>
                  </a:cubicBezTo>
                  <a:cubicBezTo>
                    <a:pt x="1227" y="946"/>
                    <a:pt x="1227" y="946"/>
                    <a:pt x="1227" y="946"/>
                  </a:cubicBezTo>
                  <a:cubicBezTo>
                    <a:pt x="1358" y="946"/>
                    <a:pt x="1358" y="946"/>
                    <a:pt x="1358" y="946"/>
                  </a:cubicBezTo>
                  <a:cubicBezTo>
                    <a:pt x="1478" y="946"/>
                    <a:pt x="1576" y="848"/>
                    <a:pt x="1576" y="728"/>
                  </a:cubicBezTo>
                  <a:cubicBezTo>
                    <a:pt x="1576" y="608"/>
                    <a:pt x="1478" y="511"/>
                    <a:pt x="1358" y="511"/>
                  </a:cubicBezTo>
                  <a:cubicBezTo>
                    <a:pt x="1332" y="511"/>
                    <a:pt x="1332" y="511"/>
                    <a:pt x="1332" y="511"/>
                  </a:cubicBezTo>
                  <a:cubicBezTo>
                    <a:pt x="1322" y="511"/>
                    <a:pt x="1313" y="502"/>
                    <a:pt x="1313" y="492"/>
                  </a:cubicBezTo>
                  <a:cubicBezTo>
                    <a:pt x="1313" y="241"/>
                    <a:pt x="1110" y="38"/>
                    <a:pt x="859" y="38"/>
                  </a:cubicBezTo>
                  <a:cubicBezTo>
                    <a:pt x="687" y="38"/>
                    <a:pt x="531" y="134"/>
                    <a:pt x="454" y="290"/>
                  </a:cubicBezTo>
                  <a:cubicBezTo>
                    <a:pt x="450" y="296"/>
                    <a:pt x="444" y="300"/>
                    <a:pt x="437" y="300"/>
                  </a:cubicBezTo>
                  <a:cubicBezTo>
                    <a:pt x="360" y="300"/>
                    <a:pt x="360" y="300"/>
                    <a:pt x="360" y="300"/>
                  </a:cubicBezTo>
                  <a:cubicBezTo>
                    <a:pt x="182" y="300"/>
                    <a:pt x="38" y="445"/>
                    <a:pt x="38" y="623"/>
                  </a:cubicBezTo>
                  <a:cubicBezTo>
                    <a:pt x="38" y="801"/>
                    <a:pt x="182" y="946"/>
                    <a:pt x="360" y="946"/>
                  </a:cubicBezTo>
                  <a:cubicBezTo>
                    <a:pt x="701" y="946"/>
                    <a:pt x="701" y="946"/>
                    <a:pt x="701" y="946"/>
                  </a:cubicBezTo>
                  <a:cubicBezTo>
                    <a:pt x="769" y="946"/>
                    <a:pt x="825" y="1001"/>
                    <a:pt x="825" y="1070"/>
                  </a:cubicBezTo>
                  <a:cubicBezTo>
                    <a:pt x="826" y="1315"/>
                    <a:pt x="826" y="1315"/>
                    <a:pt x="826" y="1315"/>
                  </a:cubicBezTo>
                  <a:cubicBezTo>
                    <a:pt x="900" y="1324"/>
                    <a:pt x="957" y="1387"/>
                    <a:pt x="957" y="1464"/>
                  </a:cubicBezTo>
                  <a:cubicBezTo>
                    <a:pt x="957" y="1547"/>
                    <a:pt x="890" y="1614"/>
                    <a:pt x="807" y="1614"/>
                  </a:cubicBezTo>
                  <a:close/>
                  <a:moveTo>
                    <a:pt x="807" y="1351"/>
                  </a:moveTo>
                  <a:cubicBezTo>
                    <a:pt x="745" y="1351"/>
                    <a:pt x="694" y="1402"/>
                    <a:pt x="694" y="1464"/>
                  </a:cubicBezTo>
                  <a:cubicBezTo>
                    <a:pt x="694" y="1526"/>
                    <a:pt x="745" y="1576"/>
                    <a:pt x="807" y="1576"/>
                  </a:cubicBezTo>
                  <a:cubicBezTo>
                    <a:pt x="869" y="1576"/>
                    <a:pt x="919" y="1526"/>
                    <a:pt x="919" y="1464"/>
                  </a:cubicBezTo>
                  <a:cubicBezTo>
                    <a:pt x="919" y="1402"/>
                    <a:pt x="869" y="1351"/>
                    <a:pt x="807" y="1351"/>
                  </a:cubicBezTo>
                  <a:close/>
                  <a:moveTo>
                    <a:pt x="1332" y="1456"/>
                  </a:moveTo>
                  <a:cubicBezTo>
                    <a:pt x="1329" y="1456"/>
                    <a:pt x="1326" y="1455"/>
                    <a:pt x="1323" y="1454"/>
                  </a:cubicBezTo>
                  <a:cubicBezTo>
                    <a:pt x="1317" y="1450"/>
                    <a:pt x="1313" y="1444"/>
                    <a:pt x="1313" y="1437"/>
                  </a:cubicBezTo>
                  <a:cubicBezTo>
                    <a:pt x="1313" y="1299"/>
                    <a:pt x="1313" y="1299"/>
                    <a:pt x="1313" y="1299"/>
                  </a:cubicBezTo>
                  <a:cubicBezTo>
                    <a:pt x="1122" y="1299"/>
                    <a:pt x="1122" y="1299"/>
                    <a:pt x="1122" y="1299"/>
                  </a:cubicBezTo>
                  <a:cubicBezTo>
                    <a:pt x="1054" y="1299"/>
                    <a:pt x="998" y="1243"/>
                    <a:pt x="998" y="1175"/>
                  </a:cubicBezTo>
                  <a:cubicBezTo>
                    <a:pt x="998" y="877"/>
                    <a:pt x="998" y="877"/>
                    <a:pt x="998" y="877"/>
                  </a:cubicBezTo>
                  <a:cubicBezTo>
                    <a:pt x="924" y="868"/>
                    <a:pt x="867" y="805"/>
                    <a:pt x="867" y="728"/>
                  </a:cubicBezTo>
                  <a:cubicBezTo>
                    <a:pt x="867" y="645"/>
                    <a:pt x="934" y="578"/>
                    <a:pt x="1017" y="578"/>
                  </a:cubicBezTo>
                  <a:cubicBezTo>
                    <a:pt x="1100" y="578"/>
                    <a:pt x="1167" y="645"/>
                    <a:pt x="1167" y="728"/>
                  </a:cubicBezTo>
                  <a:cubicBezTo>
                    <a:pt x="1167" y="805"/>
                    <a:pt x="1110" y="868"/>
                    <a:pt x="1036" y="877"/>
                  </a:cubicBezTo>
                  <a:cubicBezTo>
                    <a:pt x="1036" y="1175"/>
                    <a:pt x="1036" y="1175"/>
                    <a:pt x="1036" y="1175"/>
                  </a:cubicBezTo>
                  <a:cubicBezTo>
                    <a:pt x="1036" y="1222"/>
                    <a:pt x="1074" y="1261"/>
                    <a:pt x="1122" y="1261"/>
                  </a:cubicBezTo>
                  <a:cubicBezTo>
                    <a:pt x="1313" y="1261"/>
                    <a:pt x="1313" y="1261"/>
                    <a:pt x="1313" y="1261"/>
                  </a:cubicBezTo>
                  <a:cubicBezTo>
                    <a:pt x="1313" y="1122"/>
                    <a:pt x="1313" y="1122"/>
                    <a:pt x="1313" y="1122"/>
                  </a:cubicBezTo>
                  <a:cubicBezTo>
                    <a:pt x="1313" y="1115"/>
                    <a:pt x="1317" y="1109"/>
                    <a:pt x="1323" y="1106"/>
                  </a:cubicBezTo>
                  <a:cubicBezTo>
                    <a:pt x="1329" y="1102"/>
                    <a:pt x="1336" y="1102"/>
                    <a:pt x="1342" y="1106"/>
                  </a:cubicBezTo>
                  <a:cubicBezTo>
                    <a:pt x="1604" y="1264"/>
                    <a:pt x="1604" y="1264"/>
                    <a:pt x="1604" y="1264"/>
                  </a:cubicBezTo>
                  <a:cubicBezTo>
                    <a:pt x="1610" y="1267"/>
                    <a:pt x="1614" y="1273"/>
                    <a:pt x="1614" y="1280"/>
                  </a:cubicBezTo>
                  <a:cubicBezTo>
                    <a:pt x="1614" y="1286"/>
                    <a:pt x="1610" y="1293"/>
                    <a:pt x="1604" y="1296"/>
                  </a:cubicBezTo>
                  <a:cubicBezTo>
                    <a:pt x="1342" y="1454"/>
                    <a:pt x="1342" y="1454"/>
                    <a:pt x="1342" y="1454"/>
                  </a:cubicBezTo>
                  <a:cubicBezTo>
                    <a:pt x="1339" y="1455"/>
                    <a:pt x="1335" y="1456"/>
                    <a:pt x="1332" y="1456"/>
                  </a:cubicBezTo>
                  <a:close/>
                  <a:moveTo>
                    <a:pt x="1351" y="1156"/>
                  </a:moveTo>
                  <a:cubicBezTo>
                    <a:pt x="1351" y="1404"/>
                    <a:pt x="1351" y="1404"/>
                    <a:pt x="1351" y="1404"/>
                  </a:cubicBezTo>
                  <a:cubicBezTo>
                    <a:pt x="1558" y="1280"/>
                    <a:pt x="1558" y="1280"/>
                    <a:pt x="1558" y="1280"/>
                  </a:cubicBezTo>
                  <a:lnTo>
                    <a:pt x="1351" y="1156"/>
                  </a:lnTo>
                  <a:close/>
                  <a:moveTo>
                    <a:pt x="1017" y="616"/>
                  </a:moveTo>
                  <a:cubicBezTo>
                    <a:pt x="955" y="616"/>
                    <a:pt x="904" y="666"/>
                    <a:pt x="904" y="728"/>
                  </a:cubicBezTo>
                  <a:cubicBezTo>
                    <a:pt x="904" y="790"/>
                    <a:pt x="955" y="841"/>
                    <a:pt x="1017" y="841"/>
                  </a:cubicBezTo>
                  <a:cubicBezTo>
                    <a:pt x="1079" y="841"/>
                    <a:pt x="1129" y="790"/>
                    <a:pt x="1129" y="728"/>
                  </a:cubicBezTo>
                  <a:cubicBezTo>
                    <a:pt x="1129" y="666"/>
                    <a:pt x="1079" y="616"/>
                    <a:pt x="1017" y="616"/>
                  </a:cubicBezTo>
                  <a:close/>
                  <a:moveTo>
                    <a:pt x="281" y="1430"/>
                  </a:moveTo>
                  <a:cubicBezTo>
                    <a:pt x="19" y="1430"/>
                    <a:pt x="19" y="1430"/>
                    <a:pt x="19" y="1430"/>
                  </a:cubicBezTo>
                  <a:cubicBezTo>
                    <a:pt x="8" y="1430"/>
                    <a:pt x="0" y="1422"/>
                    <a:pt x="0" y="1411"/>
                  </a:cubicBezTo>
                  <a:cubicBezTo>
                    <a:pt x="0" y="1148"/>
                    <a:pt x="0" y="1148"/>
                    <a:pt x="0" y="1148"/>
                  </a:cubicBezTo>
                  <a:cubicBezTo>
                    <a:pt x="0" y="1138"/>
                    <a:pt x="8" y="1130"/>
                    <a:pt x="19" y="1130"/>
                  </a:cubicBezTo>
                  <a:cubicBezTo>
                    <a:pt x="281" y="1130"/>
                    <a:pt x="281" y="1130"/>
                    <a:pt x="281" y="1130"/>
                  </a:cubicBezTo>
                  <a:cubicBezTo>
                    <a:pt x="292" y="1130"/>
                    <a:pt x="300" y="1138"/>
                    <a:pt x="300" y="1148"/>
                  </a:cubicBezTo>
                  <a:cubicBezTo>
                    <a:pt x="300" y="1261"/>
                    <a:pt x="300" y="1261"/>
                    <a:pt x="300" y="1261"/>
                  </a:cubicBezTo>
                  <a:cubicBezTo>
                    <a:pt x="491" y="1261"/>
                    <a:pt x="491" y="1261"/>
                    <a:pt x="491" y="1261"/>
                  </a:cubicBezTo>
                  <a:cubicBezTo>
                    <a:pt x="539" y="1261"/>
                    <a:pt x="578" y="1222"/>
                    <a:pt x="578" y="1175"/>
                  </a:cubicBezTo>
                  <a:cubicBezTo>
                    <a:pt x="578" y="1070"/>
                    <a:pt x="578" y="1070"/>
                    <a:pt x="578" y="1070"/>
                  </a:cubicBezTo>
                  <a:cubicBezTo>
                    <a:pt x="615" y="1070"/>
                    <a:pt x="615" y="1070"/>
                    <a:pt x="615" y="1070"/>
                  </a:cubicBezTo>
                  <a:cubicBezTo>
                    <a:pt x="615" y="1175"/>
                    <a:pt x="615" y="1175"/>
                    <a:pt x="615" y="1175"/>
                  </a:cubicBezTo>
                  <a:cubicBezTo>
                    <a:pt x="615" y="1243"/>
                    <a:pt x="560" y="1299"/>
                    <a:pt x="491" y="1299"/>
                  </a:cubicBezTo>
                  <a:cubicBezTo>
                    <a:pt x="300" y="1299"/>
                    <a:pt x="300" y="1299"/>
                    <a:pt x="300" y="1299"/>
                  </a:cubicBezTo>
                  <a:cubicBezTo>
                    <a:pt x="300" y="1411"/>
                    <a:pt x="300" y="1411"/>
                    <a:pt x="300" y="1411"/>
                  </a:cubicBezTo>
                  <a:cubicBezTo>
                    <a:pt x="300" y="1422"/>
                    <a:pt x="292" y="1430"/>
                    <a:pt x="281" y="1430"/>
                  </a:cubicBezTo>
                  <a:close/>
                  <a:moveTo>
                    <a:pt x="38" y="1392"/>
                  </a:moveTo>
                  <a:cubicBezTo>
                    <a:pt x="262" y="1392"/>
                    <a:pt x="262" y="1392"/>
                    <a:pt x="262" y="1392"/>
                  </a:cubicBezTo>
                  <a:cubicBezTo>
                    <a:pt x="262" y="1167"/>
                    <a:pt x="262" y="1167"/>
                    <a:pt x="262" y="1167"/>
                  </a:cubicBezTo>
                  <a:cubicBezTo>
                    <a:pt x="38" y="1167"/>
                    <a:pt x="38" y="1167"/>
                    <a:pt x="38" y="1167"/>
                  </a:cubicBezTo>
                  <a:lnTo>
                    <a:pt x="38" y="139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uk-UA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2AEBA3D-2E1E-3CD0-6047-AD29970D8269}"/>
                </a:ext>
              </a:extLst>
            </p:cNvPr>
            <p:cNvGrpSpPr/>
            <p:nvPr/>
          </p:nvGrpSpPr>
          <p:grpSpPr>
            <a:xfrm>
              <a:off x="10549225" y="7534105"/>
              <a:ext cx="1611649" cy="1600628"/>
              <a:chOff x="18788045" y="8156151"/>
              <a:chExt cx="3467098" cy="3443391"/>
            </a:xfrm>
          </p:grpSpPr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30B024AE-924C-5013-BFC4-A23193344D38}"/>
                  </a:ext>
                </a:extLst>
              </p:cNvPr>
              <p:cNvSpPr/>
              <p:nvPr/>
            </p:nvSpPr>
            <p:spPr bwMode="auto">
              <a:xfrm rot="16200000">
                <a:off x="17933124" y="9011072"/>
                <a:ext cx="3443391" cy="1733549"/>
              </a:xfrm>
              <a:prstGeom prst="triangle">
                <a:avLst/>
              </a:prstGeom>
              <a:solidFill>
                <a:srgbClr val="6FDC8C"/>
              </a:solidFill>
              <a:ln w="19050">
                <a:noFill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CC621DE7-0C86-3370-8254-DCA20D2B66DF}"/>
                  </a:ext>
                </a:extLst>
              </p:cNvPr>
              <p:cNvSpPr/>
              <p:nvPr/>
            </p:nvSpPr>
            <p:spPr bwMode="auto">
              <a:xfrm rot="16200000">
                <a:off x="19666673" y="9011072"/>
                <a:ext cx="3443391" cy="1733549"/>
              </a:xfrm>
              <a:prstGeom prst="triangle">
                <a:avLst/>
              </a:prstGeom>
              <a:solidFill>
                <a:srgbClr val="6FDC8C"/>
              </a:solidFill>
              <a:ln w="19050">
                <a:noFill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4FD813B-98FF-5D22-79E3-E42156204806}"/>
                </a:ext>
              </a:extLst>
            </p:cNvPr>
            <p:cNvSpPr/>
            <p:nvPr/>
          </p:nvSpPr>
          <p:spPr>
            <a:xfrm>
              <a:off x="9040276" y="7421599"/>
              <a:ext cx="1304613" cy="1766851"/>
            </a:xfrm>
            <a:custGeom>
              <a:avLst/>
              <a:gdLst>
                <a:gd name="connsiteX0" fmla="*/ 134732 w 269464"/>
                <a:gd name="connsiteY0" fmla="*/ 364939 h 364938"/>
                <a:gd name="connsiteX1" fmla="*/ 0 w 269464"/>
                <a:gd name="connsiteY1" fmla="*/ 230207 h 364938"/>
                <a:gd name="connsiteX2" fmla="*/ 0 w 269464"/>
                <a:gd name="connsiteY2" fmla="*/ 73486 h 364938"/>
                <a:gd name="connsiteX3" fmla="*/ 134732 w 269464"/>
                <a:gd name="connsiteY3" fmla="*/ 0 h 364938"/>
                <a:gd name="connsiteX4" fmla="*/ 269464 w 269464"/>
                <a:gd name="connsiteY4" fmla="*/ 73486 h 364938"/>
                <a:gd name="connsiteX5" fmla="*/ 269464 w 269464"/>
                <a:gd name="connsiteY5" fmla="*/ 230207 h 364938"/>
                <a:gd name="connsiteX6" fmla="*/ 134732 w 269464"/>
                <a:gd name="connsiteY6" fmla="*/ 364939 h 364938"/>
                <a:gd name="connsiteX7" fmla="*/ 8539 w 269464"/>
                <a:gd name="connsiteY7" fmla="*/ 78562 h 364938"/>
                <a:gd name="connsiteX8" fmla="*/ 8539 w 269464"/>
                <a:gd name="connsiteY8" fmla="*/ 230207 h 364938"/>
                <a:gd name="connsiteX9" fmla="*/ 134732 w 269464"/>
                <a:gd name="connsiteY9" fmla="*/ 356400 h 364938"/>
                <a:gd name="connsiteX10" fmla="*/ 260925 w 269464"/>
                <a:gd name="connsiteY10" fmla="*/ 230207 h 364938"/>
                <a:gd name="connsiteX11" fmla="*/ 260925 w 269464"/>
                <a:gd name="connsiteY11" fmla="*/ 78562 h 364938"/>
                <a:gd name="connsiteX12" fmla="*/ 134732 w 269464"/>
                <a:gd name="connsiteY12" fmla="*/ 9725 h 364938"/>
                <a:gd name="connsiteX13" fmla="*/ 8539 w 269464"/>
                <a:gd name="connsiteY13" fmla="*/ 78562 h 364938"/>
                <a:gd name="connsiteX14" fmla="*/ 139002 w 269464"/>
                <a:gd name="connsiteY14" fmla="*/ 277648 h 364938"/>
                <a:gd name="connsiteX15" fmla="*/ 130462 w 269464"/>
                <a:gd name="connsiteY15" fmla="*/ 277648 h 364938"/>
                <a:gd name="connsiteX16" fmla="*/ 130462 w 269464"/>
                <a:gd name="connsiteY16" fmla="*/ 206486 h 364938"/>
                <a:gd name="connsiteX17" fmla="*/ 139002 w 269464"/>
                <a:gd name="connsiteY17" fmla="*/ 206486 h 364938"/>
                <a:gd name="connsiteX18" fmla="*/ 139002 w 269464"/>
                <a:gd name="connsiteY18" fmla="*/ 277648 h 364938"/>
                <a:gd name="connsiteX19" fmla="*/ 229614 w 269464"/>
                <a:gd name="connsiteY19" fmla="*/ 187036 h 364938"/>
                <a:gd name="connsiteX20" fmla="*/ 158453 w 269464"/>
                <a:gd name="connsiteY20" fmla="*/ 187036 h 364938"/>
                <a:gd name="connsiteX21" fmla="*/ 158453 w 269464"/>
                <a:gd name="connsiteY21" fmla="*/ 178496 h 364938"/>
                <a:gd name="connsiteX22" fmla="*/ 229614 w 269464"/>
                <a:gd name="connsiteY22" fmla="*/ 178496 h 364938"/>
                <a:gd name="connsiteX23" fmla="*/ 229614 w 269464"/>
                <a:gd name="connsiteY23" fmla="*/ 187036 h 364938"/>
                <a:gd name="connsiteX24" fmla="*/ 111012 w 269464"/>
                <a:gd name="connsiteY24" fmla="*/ 187036 h 364938"/>
                <a:gd name="connsiteX25" fmla="*/ 39850 w 269464"/>
                <a:gd name="connsiteY25" fmla="*/ 187036 h 364938"/>
                <a:gd name="connsiteX26" fmla="*/ 39850 w 269464"/>
                <a:gd name="connsiteY26" fmla="*/ 178496 h 364938"/>
                <a:gd name="connsiteX27" fmla="*/ 111012 w 269464"/>
                <a:gd name="connsiteY27" fmla="*/ 178496 h 364938"/>
                <a:gd name="connsiteX28" fmla="*/ 111012 w 269464"/>
                <a:gd name="connsiteY28" fmla="*/ 187036 h 364938"/>
                <a:gd name="connsiteX29" fmla="*/ 139002 w 269464"/>
                <a:gd name="connsiteY29" fmla="*/ 159046 h 364938"/>
                <a:gd name="connsiteX30" fmla="*/ 130462 w 269464"/>
                <a:gd name="connsiteY30" fmla="*/ 159046 h 364938"/>
                <a:gd name="connsiteX31" fmla="*/ 130462 w 269464"/>
                <a:gd name="connsiteY31" fmla="*/ 87884 h 364938"/>
                <a:gd name="connsiteX32" fmla="*/ 139002 w 269464"/>
                <a:gd name="connsiteY32" fmla="*/ 87884 h 364938"/>
                <a:gd name="connsiteX33" fmla="*/ 139002 w 269464"/>
                <a:gd name="connsiteY33" fmla="*/ 159046 h 364938"/>
                <a:gd name="connsiteX34" fmla="*/ 111012 w 269464"/>
                <a:gd name="connsiteY34" fmla="*/ 255113 h 364938"/>
                <a:gd name="connsiteX35" fmla="*/ 109565 w 269464"/>
                <a:gd name="connsiteY35" fmla="*/ 254864 h 364938"/>
                <a:gd name="connsiteX36" fmla="*/ 62646 w 269464"/>
                <a:gd name="connsiteY36" fmla="*/ 207933 h 364938"/>
                <a:gd name="connsiteX37" fmla="*/ 65219 w 269464"/>
                <a:gd name="connsiteY37" fmla="*/ 202478 h 364938"/>
                <a:gd name="connsiteX38" fmla="*/ 70675 w 269464"/>
                <a:gd name="connsiteY38" fmla="*/ 205063 h 364938"/>
                <a:gd name="connsiteX39" fmla="*/ 112435 w 269464"/>
                <a:gd name="connsiteY39" fmla="*/ 246823 h 364938"/>
                <a:gd name="connsiteX40" fmla="*/ 115009 w 269464"/>
                <a:gd name="connsiteY40" fmla="*/ 252279 h 364938"/>
                <a:gd name="connsiteX41" fmla="*/ 111012 w 269464"/>
                <a:gd name="connsiteY41" fmla="*/ 255113 h 364938"/>
                <a:gd name="connsiteX42" fmla="*/ 158453 w 269464"/>
                <a:gd name="connsiteY42" fmla="*/ 255113 h 364938"/>
                <a:gd name="connsiteX43" fmla="*/ 154432 w 269464"/>
                <a:gd name="connsiteY43" fmla="*/ 252279 h 364938"/>
                <a:gd name="connsiteX44" fmla="*/ 157017 w 269464"/>
                <a:gd name="connsiteY44" fmla="*/ 246823 h 364938"/>
                <a:gd name="connsiteX45" fmla="*/ 198777 w 269464"/>
                <a:gd name="connsiteY45" fmla="*/ 205063 h 364938"/>
                <a:gd name="connsiteX46" fmla="*/ 204233 w 269464"/>
                <a:gd name="connsiteY46" fmla="*/ 202478 h 364938"/>
                <a:gd name="connsiteX47" fmla="*/ 206818 w 269464"/>
                <a:gd name="connsiteY47" fmla="*/ 207933 h 364938"/>
                <a:gd name="connsiteX48" fmla="*/ 159888 w 269464"/>
                <a:gd name="connsiteY48" fmla="*/ 254864 h 364938"/>
                <a:gd name="connsiteX49" fmla="*/ 158453 w 269464"/>
                <a:gd name="connsiteY49" fmla="*/ 255113 h 364938"/>
                <a:gd name="connsiteX50" fmla="*/ 66666 w 269464"/>
                <a:gd name="connsiteY50" fmla="*/ 163315 h 364938"/>
                <a:gd name="connsiteX51" fmla="*/ 65219 w 269464"/>
                <a:gd name="connsiteY51" fmla="*/ 163066 h 364938"/>
                <a:gd name="connsiteX52" fmla="*/ 62646 w 269464"/>
                <a:gd name="connsiteY52" fmla="*/ 157610 h 364938"/>
                <a:gd name="connsiteX53" fmla="*/ 109565 w 269464"/>
                <a:gd name="connsiteY53" fmla="*/ 110691 h 364938"/>
                <a:gd name="connsiteX54" fmla="*/ 115020 w 269464"/>
                <a:gd name="connsiteY54" fmla="*/ 113265 h 364938"/>
                <a:gd name="connsiteX55" fmla="*/ 112447 w 269464"/>
                <a:gd name="connsiteY55" fmla="*/ 118721 h 364938"/>
                <a:gd name="connsiteX56" fmla="*/ 70687 w 269464"/>
                <a:gd name="connsiteY56" fmla="*/ 160481 h 364938"/>
                <a:gd name="connsiteX57" fmla="*/ 66666 w 269464"/>
                <a:gd name="connsiteY57" fmla="*/ 163315 h 364938"/>
                <a:gd name="connsiteX58" fmla="*/ 202798 w 269464"/>
                <a:gd name="connsiteY58" fmla="*/ 163315 h 364938"/>
                <a:gd name="connsiteX59" fmla="*/ 198777 w 269464"/>
                <a:gd name="connsiteY59" fmla="*/ 160492 h 364938"/>
                <a:gd name="connsiteX60" fmla="*/ 157017 w 269464"/>
                <a:gd name="connsiteY60" fmla="*/ 118733 h 364938"/>
                <a:gd name="connsiteX61" fmla="*/ 154432 w 269464"/>
                <a:gd name="connsiteY61" fmla="*/ 113277 h 364938"/>
                <a:gd name="connsiteX62" fmla="*/ 159888 w 269464"/>
                <a:gd name="connsiteY62" fmla="*/ 110703 h 364938"/>
                <a:gd name="connsiteX63" fmla="*/ 206818 w 269464"/>
                <a:gd name="connsiteY63" fmla="*/ 157622 h 364938"/>
                <a:gd name="connsiteX64" fmla="*/ 204233 w 269464"/>
                <a:gd name="connsiteY64" fmla="*/ 163078 h 364938"/>
                <a:gd name="connsiteX65" fmla="*/ 202798 w 269464"/>
                <a:gd name="connsiteY65" fmla="*/ 163315 h 36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69464" h="364938">
                  <a:moveTo>
                    <a:pt x="134732" y="364939"/>
                  </a:moveTo>
                  <a:cubicBezTo>
                    <a:pt x="60440" y="364939"/>
                    <a:pt x="0" y="304499"/>
                    <a:pt x="0" y="230207"/>
                  </a:cubicBezTo>
                  <a:lnTo>
                    <a:pt x="0" y="73486"/>
                  </a:lnTo>
                  <a:lnTo>
                    <a:pt x="134732" y="0"/>
                  </a:lnTo>
                  <a:lnTo>
                    <a:pt x="269464" y="73486"/>
                  </a:lnTo>
                  <a:lnTo>
                    <a:pt x="269464" y="230207"/>
                  </a:lnTo>
                  <a:cubicBezTo>
                    <a:pt x="269464" y="304499"/>
                    <a:pt x="209025" y="364939"/>
                    <a:pt x="134732" y="364939"/>
                  </a:cubicBezTo>
                  <a:close/>
                  <a:moveTo>
                    <a:pt x="8539" y="78562"/>
                  </a:moveTo>
                  <a:lnTo>
                    <a:pt x="8539" y="230207"/>
                  </a:lnTo>
                  <a:cubicBezTo>
                    <a:pt x="8539" y="299791"/>
                    <a:pt x="65148" y="356400"/>
                    <a:pt x="134732" y="356400"/>
                  </a:cubicBezTo>
                  <a:cubicBezTo>
                    <a:pt x="204316" y="356400"/>
                    <a:pt x="260925" y="299803"/>
                    <a:pt x="260925" y="230207"/>
                  </a:cubicBezTo>
                  <a:lnTo>
                    <a:pt x="260925" y="78562"/>
                  </a:lnTo>
                  <a:lnTo>
                    <a:pt x="134732" y="9725"/>
                  </a:lnTo>
                  <a:lnTo>
                    <a:pt x="8539" y="78562"/>
                  </a:lnTo>
                  <a:close/>
                  <a:moveTo>
                    <a:pt x="139002" y="277648"/>
                  </a:moveTo>
                  <a:lnTo>
                    <a:pt x="130462" y="277648"/>
                  </a:lnTo>
                  <a:lnTo>
                    <a:pt x="130462" y="206486"/>
                  </a:lnTo>
                  <a:lnTo>
                    <a:pt x="139002" y="206486"/>
                  </a:lnTo>
                  <a:lnTo>
                    <a:pt x="139002" y="277648"/>
                  </a:lnTo>
                  <a:close/>
                  <a:moveTo>
                    <a:pt x="229614" y="187036"/>
                  </a:moveTo>
                  <a:lnTo>
                    <a:pt x="158453" y="187036"/>
                  </a:lnTo>
                  <a:lnTo>
                    <a:pt x="158453" y="178496"/>
                  </a:lnTo>
                  <a:lnTo>
                    <a:pt x="229614" y="178496"/>
                  </a:lnTo>
                  <a:lnTo>
                    <a:pt x="229614" y="187036"/>
                  </a:lnTo>
                  <a:close/>
                  <a:moveTo>
                    <a:pt x="111012" y="187036"/>
                  </a:moveTo>
                  <a:lnTo>
                    <a:pt x="39850" y="187036"/>
                  </a:lnTo>
                  <a:lnTo>
                    <a:pt x="39850" y="178496"/>
                  </a:lnTo>
                  <a:lnTo>
                    <a:pt x="111012" y="178496"/>
                  </a:lnTo>
                  <a:lnTo>
                    <a:pt x="111012" y="187036"/>
                  </a:lnTo>
                  <a:close/>
                  <a:moveTo>
                    <a:pt x="139002" y="159046"/>
                  </a:moveTo>
                  <a:lnTo>
                    <a:pt x="130462" y="159046"/>
                  </a:lnTo>
                  <a:lnTo>
                    <a:pt x="130462" y="87884"/>
                  </a:lnTo>
                  <a:lnTo>
                    <a:pt x="139002" y="87884"/>
                  </a:lnTo>
                  <a:lnTo>
                    <a:pt x="139002" y="159046"/>
                  </a:lnTo>
                  <a:close/>
                  <a:moveTo>
                    <a:pt x="111012" y="255113"/>
                  </a:moveTo>
                  <a:cubicBezTo>
                    <a:pt x="110525" y="255113"/>
                    <a:pt x="110039" y="255030"/>
                    <a:pt x="109565" y="254864"/>
                  </a:cubicBezTo>
                  <a:cubicBezTo>
                    <a:pt x="87932" y="247120"/>
                    <a:pt x="70390" y="229566"/>
                    <a:pt x="62646" y="207933"/>
                  </a:cubicBezTo>
                  <a:cubicBezTo>
                    <a:pt x="61851" y="205715"/>
                    <a:pt x="63001" y="203272"/>
                    <a:pt x="65219" y="202478"/>
                  </a:cubicBezTo>
                  <a:cubicBezTo>
                    <a:pt x="67461" y="201671"/>
                    <a:pt x="69880" y="202833"/>
                    <a:pt x="70675" y="205063"/>
                  </a:cubicBezTo>
                  <a:cubicBezTo>
                    <a:pt x="77566" y="224312"/>
                    <a:pt x="93174" y="239920"/>
                    <a:pt x="112435" y="246823"/>
                  </a:cubicBezTo>
                  <a:cubicBezTo>
                    <a:pt x="114653" y="247618"/>
                    <a:pt x="115803" y="250061"/>
                    <a:pt x="115009" y="252279"/>
                  </a:cubicBezTo>
                  <a:cubicBezTo>
                    <a:pt x="114404" y="254022"/>
                    <a:pt x="112755" y="255113"/>
                    <a:pt x="111012" y="255113"/>
                  </a:cubicBezTo>
                  <a:close/>
                  <a:moveTo>
                    <a:pt x="158453" y="255113"/>
                  </a:moveTo>
                  <a:cubicBezTo>
                    <a:pt x="156709" y="255113"/>
                    <a:pt x="155061" y="254022"/>
                    <a:pt x="154432" y="252279"/>
                  </a:cubicBezTo>
                  <a:cubicBezTo>
                    <a:pt x="153637" y="250061"/>
                    <a:pt x="154788" y="247618"/>
                    <a:pt x="157017" y="246823"/>
                  </a:cubicBezTo>
                  <a:cubicBezTo>
                    <a:pt x="176267" y="239920"/>
                    <a:pt x="191875" y="224312"/>
                    <a:pt x="198777" y="205063"/>
                  </a:cubicBezTo>
                  <a:cubicBezTo>
                    <a:pt x="199560" y="202833"/>
                    <a:pt x="202015" y="201659"/>
                    <a:pt x="204233" y="202478"/>
                  </a:cubicBezTo>
                  <a:cubicBezTo>
                    <a:pt x="206463" y="203272"/>
                    <a:pt x="207613" y="205715"/>
                    <a:pt x="206818" y="207933"/>
                  </a:cubicBezTo>
                  <a:cubicBezTo>
                    <a:pt x="199074" y="229566"/>
                    <a:pt x="181521" y="247120"/>
                    <a:pt x="159888" y="254864"/>
                  </a:cubicBezTo>
                  <a:cubicBezTo>
                    <a:pt x="159413" y="255030"/>
                    <a:pt x="158927" y="255113"/>
                    <a:pt x="158453" y="255113"/>
                  </a:cubicBezTo>
                  <a:close/>
                  <a:moveTo>
                    <a:pt x="66666" y="163315"/>
                  </a:moveTo>
                  <a:cubicBezTo>
                    <a:pt x="66180" y="163315"/>
                    <a:pt x="65706" y="163244"/>
                    <a:pt x="65219" y="163066"/>
                  </a:cubicBezTo>
                  <a:cubicBezTo>
                    <a:pt x="63001" y="162272"/>
                    <a:pt x="61851" y="159828"/>
                    <a:pt x="62646" y="157610"/>
                  </a:cubicBezTo>
                  <a:cubicBezTo>
                    <a:pt x="70390" y="135977"/>
                    <a:pt x="87932" y="118436"/>
                    <a:pt x="109565" y="110691"/>
                  </a:cubicBezTo>
                  <a:cubicBezTo>
                    <a:pt x="111794" y="109885"/>
                    <a:pt x="114238" y="111047"/>
                    <a:pt x="115020" y="113265"/>
                  </a:cubicBezTo>
                  <a:cubicBezTo>
                    <a:pt x="115803" y="115483"/>
                    <a:pt x="114665" y="117938"/>
                    <a:pt x="112447" y="118721"/>
                  </a:cubicBezTo>
                  <a:cubicBezTo>
                    <a:pt x="93186" y="125623"/>
                    <a:pt x="77578" y="141220"/>
                    <a:pt x="70687" y="160481"/>
                  </a:cubicBezTo>
                  <a:cubicBezTo>
                    <a:pt x="70058" y="162236"/>
                    <a:pt x="68422" y="163315"/>
                    <a:pt x="66666" y="163315"/>
                  </a:cubicBezTo>
                  <a:close/>
                  <a:moveTo>
                    <a:pt x="202798" y="163315"/>
                  </a:moveTo>
                  <a:cubicBezTo>
                    <a:pt x="201054" y="163315"/>
                    <a:pt x="199406" y="162236"/>
                    <a:pt x="198777" y="160492"/>
                  </a:cubicBezTo>
                  <a:cubicBezTo>
                    <a:pt x="191875" y="141231"/>
                    <a:pt x="176267" y="125623"/>
                    <a:pt x="157017" y="118733"/>
                  </a:cubicBezTo>
                  <a:cubicBezTo>
                    <a:pt x="154788" y="117938"/>
                    <a:pt x="153637" y="115495"/>
                    <a:pt x="154432" y="113277"/>
                  </a:cubicBezTo>
                  <a:cubicBezTo>
                    <a:pt x="155227" y="111059"/>
                    <a:pt x="157646" y="109897"/>
                    <a:pt x="159888" y="110703"/>
                  </a:cubicBezTo>
                  <a:cubicBezTo>
                    <a:pt x="181521" y="118448"/>
                    <a:pt x="199074" y="135989"/>
                    <a:pt x="206818" y="157622"/>
                  </a:cubicBezTo>
                  <a:cubicBezTo>
                    <a:pt x="207613" y="159852"/>
                    <a:pt x="206463" y="162295"/>
                    <a:pt x="204233" y="163078"/>
                  </a:cubicBezTo>
                  <a:cubicBezTo>
                    <a:pt x="203759" y="163244"/>
                    <a:pt x="203272" y="163315"/>
                    <a:pt x="202798" y="163315"/>
                  </a:cubicBezTo>
                  <a:close/>
                </a:path>
              </a:pathLst>
            </a:custGeom>
            <a:solidFill>
              <a:srgbClr val="000000"/>
            </a:solidFill>
            <a:ln w="11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497DADEA-7960-658B-3101-5BFD1C18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9BF57657-A79F-9678-6440-F135F005E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67767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, cyan background, illustration 4">
    <p:bg>
      <p:bgPr>
        <a:solidFill>
          <a:srgbClr val="E5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BCFA4843-2EEB-F757-826B-7080CBD95F0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42CBF4-D34E-F8F5-CD06-504A7FCC7FB3}"/>
              </a:ext>
            </a:extLst>
          </p:cNvPr>
          <p:cNvGrpSpPr/>
          <p:nvPr userDrawn="1"/>
        </p:nvGrpSpPr>
        <p:grpSpPr>
          <a:xfrm>
            <a:off x="15271115" y="616658"/>
            <a:ext cx="8520836" cy="11310646"/>
            <a:chOff x="14749847" y="1666875"/>
            <a:chExt cx="7545926" cy="100165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28DD47C-6174-1B6C-4A95-602C8EDC721E}"/>
                </a:ext>
              </a:extLst>
            </p:cNvPr>
            <p:cNvGrpSpPr/>
            <p:nvPr/>
          </p:nvGrpSpPr>
          <p:grpSpPr>
            <a:xfrm>
              <a:off x="19717931" y="9127539"/>
              <a:ext cx="2546091" cy="2555876"/>
              <a:chOff x="15349314" y="8148533"/>
              <a:chExt cx="1733550" cy="1740213"/>
            </a:xfrm>
            <a:solidFill>
              <a:schemeClr val="accent1"/>
            </a:solidFill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B4FE2C1B-881E-7856-4164-5F06D6DC55ED}"/>
                  </a:ext>
                </a:extLst>
              </p:cNvPr>
              <p:cNvSpPr/>
              <p:nvPr/>
            </p:nvSpPr>
            <p:spPr>
              <a:xfrm>
                <a:off x="15999871" y="9073400"/>
                <a:ext cx="432434" cy="434346"/>
              </a:xfrm>
              <a:custGeom>
                <a:avLst/>
                <a:gdLst>
                  <a:gd name="connsiteX0" fmla="*/ 432435 w 432434"/>
                  <a:gd name="connsiteY0" fmla="*/ 217177 h 434346"/>
                  <a:gd name="connsiteX1" fmla="*/ 216217 w 432434"/>
                  <a:gd name="connsiteY1" fmla="*/ 434347 h 434346"/>
                  <a:gd name="connsiteX2" fmla="*/ 0 w 432434"/>
                  <a:gd name="connsiteY2" fmla="*/ 217177 h 434346"/>
                  <a:gd name="connsiteX3" fmla="*/ 216217 w 432434"/>
                  <a:gd name="connsiteY3" fmla="*/ 7 h 434346"/>
                  <a:gd name="connsiteX4" fmla="*/ 432435 w 432434"/>
                  <a:gd name="connsiteY4" fmla="*/ 217177 h 434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2434" h="434346">
                    <a:moveTo>
                      <a:pt x="432435" y="217177"/>
                    </a:moveTo>
                    <a:cubicBezTo>
                      <a:pt x="432435" y="337192"/>
                      <a:pt x="335280" y="434347"/>
                      <a:pt x="216217" y="434347"/>
                    </a:cubicBezTo>
                    <a:cubicBezTo>
                      <a:pt x="96202" y="434347"/>
                      <a:pt x="0" y="337192"/>
                      <a:pt x="0" y="217177"/>
                    </a:cubicBezTo>
                    <a:cubicBezTo>
                      <a:pt x="0" y="97162"/>
                      <a:pt x="97155" y="7"/>
                      <a:pt x="216217" y="7"/>
                    </a:cubicBezTo>
                    <a:cubicBezTo>
                      <a:pt x="335280" y="-946"/>
                      <a:pt x="432435" y="97162"/>
                      <a:pt x="432435" y="217177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D29AD949-F11A-7C8A-6395-2EC579256AC2}"/>
                  </a:ext>
                </a:extLst>
              </p:cNvPr>
              <p:cNvSpPr/>
              <p:nvPr/>
            </p:nvSpPr>
            <p:spPr>
              <a:xfrm>
                <a:off x="15349314" y="8692407"/>
                <a:ext cx="1733550" cy="1196339"/>
              </a:xfrm>
              <a:custGeom>
                <a:avLst/>
                <a:gdLst>
                  <a:gd name="connsiteX0" fmla="*/ 866775 w 1733550"/>
                  <a:gd name="connsiteY0" fmla="*/ 1086803 h 1196339"/>
                  <a:gd name="connsiteX1" fmla="*/ 379095 w 1733550"/>
                  <a:gd name="connsiteY1" fmla="*/ 597218 h 1196339"/>
                  <a:gd name="connsiteX2" fmla="*/ 866775 w 1733550"/>
                  <a:gd name="connsiteY2" fmla="*/ 107633 h 1196339"/>
                  <a:gd name="connsiteX3" fmla="*/ 1354455 w 1733550"/>
                  <a:gd name="connsiteY3" fmla="*/ 597218 h 1196339"/>
                  <a:gd name="connsiteX4" fmla="*/ 866775 w 1733550"/>
                  <a:gd name="connsiteY4" fmla="*/ 1086803 h 1196339"/>
                  <a:gd name="connsiteX5" fmla="*/ 866775 w 1733550"/>
                  <a:gd name="connsiteY5" fmla="*/ 0 h 1196339"/>
                  <a:gd name="connsiteX6" fmla="*/ 0 w 1733550"/>
                  <a:gd name="connsiteY6" fmla="*/ 598170 h 1196339"/>
                  <a:gd name="connsiteX7" fmla="*/ 866775 w 1733550"/>
                  <a:gd name="connsiteY7" fmla="*/ 1196340 h 1196339"/>
                  <a:gd name="connsiteX8" fmla="*/ 1733550 w 1733550"/>
                  <a:gd name="connsiteY8" fmla="*/ 598170 h 1196339"/>
                  <a:gd name="connsiteX9" fmla="*/ 866775 w 1733550"/>
                  <a:gd name="connsiteY9" fmla="*/ 0 h 1196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3550" h="1196339">
                    <a:moveTo>
                      <a:pt x="866775" y="1086803"/>
                    </a:moveTo>
                    <a:cubicBezTo>
                      <a:pt x="597218" y="1086803"/>
                      <a:pt x="379095" y="867728"/>
                      <a:pt x="379095" y="597218"/>
                    </a:cubicBezTo>
                    <a:cubicBezTo>
                      <a:pt x="379095" y="326708"/>
                      <a:pt x="597218" y="107633"/>
                      <a:pt x="866775" y="107633"/>
                    </a:cubicBezTo>
                    <a:cubicBezTo>
                      <a:pt x="1136333" y="107633"/>
                      <a:pt x="1354455" y="326708"/>
                      <a:pt x="1354455" y="597218"/>
                    </a:cubicBezTo>
                    <a:cubicBezTo>
                      <a:pt x="1354455" y="867728"/>
                      <a:pt x="1135380" y="1086803"/>
                      <a:pt x="866775" y="1086803"/>
                    </a:cubicBezTo>
                    <a:moveTo>
                      <a:pt x="866775" y="0"/>
                    </a:moveTo>
                    <a:cubicBezTo>
                      <a:pt x="477203" y="0"/>
                      <a:pt x="142875" y="246698"/>
                      <a:pt x="0" y="598170"/>
                    </a:cubicBezTo>
                    <a:cubicBezTo>
                      <a:pt x="142875" y="949643"/>
                      <a:pt x="477203" y="1196340"/>
                      <a:pt x="866775" y="1196340"/>
                    </a:cubicBezTo>
                    <a:cubicBezTo>
                      <a:pt x="1256348" y="1196340"/>
                      <a:pt x="1590675" y="949643"/>
                      <a:pt x="1733550" y="598170"/>
                    </a:cubicBezTo>
                    <a:cubicBezTo>
                      <a:pt x="1589723" y="246698"/>
                      <a:pt x="1256348" y="0"/>
                      <a:pt x="866775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B49D26A-FD55-E510-C95A-E32ACF10610A}"/>
                  </a:ext>
                </a:extLst>
              </p:cNvPr>
              <p:cNvSpPr/>
              <p:nvPr/>
            </p:nvSpPr>
            <p:spPr>
              <a:xfrm>
                <a:off x="15403318" y="8148533"/>
                <a:ext cx="1624964" cy="652462"/>
              </a:xfrm>
              <a:custGeom>
                <a:avLst/>
                <a:gdLst>
                  <a:gd name="connsiteX0" fmla="*/ 812486 w 1624964"/>
                  <a:gd name="connsiteY0" fmla="*/ 0 h 652462"/>
                  <a:gd name="connsiteX1" fmla="*/ 4 w 1624964"/>
                  <a:gd name="connsiteY1" fmla="*/ 489585 h 652462"/>
                  <a:gd name="connsiteX2" fmla="*/ 4 w 1624964"/>
                  <a:gd name="connsiteY2" fmla="*/ 652463 h 652462"/>
                  <a:gd name="connsiteX3" fmla="*/ 812486 w 1624964"/>
                  <a:gd name="connsiteY3" fmla="*/ 272415 h 652462"/>
                  <a:gd name="connsiteX4" fmla="*/ 1624969 w 1624964"/>
                  <a:gd name="connsiteY4" fmla="*/ 652463 h 652462"/>
                  <a:gd name="connsiteX5" fmla="*/ 1624969 w 1624964"/>
                  <a:gd name="connsiteY5" fmla="*/ 489585 h 652462"/>
                  <a:gd name="connsiteX6" fmla="*/ 812486 w 1624964"/>
                  <a:gd name="connsiteY6" fmla="*/ 0 h 652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4964" h="652462">
                    <a:moveTo>
                      <a:pt x="812486" y="0"/>
                    </a:moveTo>
                    <a:cubicBezTo>
                      <a:pt x="465776" y="0"/>
                      <a:pt x="162881" y="196215"/>
                      <a:pt x="4" y="489585"/>
                    </a:cubicBezTo>
                    <a:lnTo>
                      <a:pt x="4" y="652463"/>
                    </a:lnTo>
                    <a:cubicBezTo>
                      <a:pt x="194314" y="420053"/>
                      <a:pt x="485779" y="272415"/>
                      <a:pt x="812486" y="272415"/>
                    </a:cubicBezTo>
                    <a:cubicBezTo>
                      <a:pt x="1139194" y="272415"/>
                      <a:pt x="1430659" y="420053"/>
                      <a:pt x="1624969" y="652463"/>
                    </a:cubicBezTo>
                    <a:lnTo>
                      <a:pt x="1624969" y="489585"/>
                    </a:lnTo>
                    <a:cubicBezTo>
                      <a:pt x="1461139" y="197168"/>
                      <a:pt x="1159196" y="0"/>
                      <a:pt x="812486" y="0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D9DD949-0249-15C7-2C46-BE1015E920BB}"/>
                </a:ext>
              </a:extLst>
            </p:cNvPr>
            <p:cNvGrpSpPr/>
            <p:nvPr/>
          </p:nvGrpSpPr>
          <p:grpSpPr>
            <a:xfrm rot="10800000">
              <a:off x="14749848" y="6719847"/>
              <a:ext cx="2620076" cy="2602159"/>
              <a:chOff x="18788045" y="8156151"/>
              <a:chExt cx="3467098" cy="3443391"/>
            </a:xfrm>
          </p:grpSpPr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81D9A5C7-1D52-6021-6E37-4CD55B8EBBF6}"/>
                  </a:ext>
                </a:extLst>
              </p:cNvPr>
              <p:cNvSpPr/>
              <p:nvPr/>
            </p:nvSpPr>
            <p:spPr bwMode="auto">
              <a:xfrm rot="16200000">
                <a:off x="17933124" y="9011072"/>
                <a:ext cx="3443391" cy="1733549"/>
              </a:xfrm>
              <a:prstGeom prst="triangle">
                <a:avLst/>
              </a:prstGeom>
              <a:solidFill>
                <a:srgbClr val="6FDC8C"/>
              </a:solidFill>
              <a:ln w="19050">
                <a:noFill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264AAA91-6C82-F47A-5662-0182FD625908}"/>
                  </a:ext>
                </a:extLst>
              </p:cNvPr>
              <p:cNvSpPr/>
              <p:nvPr/>
            </p:nvSpPr>
            <p:spPr bwMode="auto">
              <a:xfrm rot="16200000">
                <a:off x="19666673" y="9011072"/>
                <a:ext cx="3443391" cy="1733549"/>
              </a:xfrm>
              <a:prstGeom prst="triangle">
                <a:avLst/>
              </a:prstGeom>
              <a:solidFill>
                <a:srgbClr val="6FDC8C"/>
              </a:solidFill>
              <a:ln w="19050">
                <a:noFill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vert="horz" wrap="square" lIns="91440" tIns="91440" rIns="91440" bIns="9144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IBM Plex Sans Light"/>
                  <a:buNone/>
                  <a:tabLst/>
                </a:pPr>
                <a:endParaRPr kumimoji="0" lang="en-US" sz="14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+mn-lt"/>
                </a:endParaRPr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3A1680-FB4E-20EE-F642-535BDD139323}"/>
                </a:ext>
              </a:extLst>
            </p:cNvPr>
            <p:cNvSpPr/>
            <p:nvPr/>
          </p:nvSpPr>
          <p:spPr>
            <a:xfrm>
              <a:off x="17590432" y="6715973"/>
              <a:ext cx="1921392" cy="2602161"/>
            </a:xfrm>
            <a:custGeom>
              <a:avLst/>
              <a:gdLst>
                <a:gd name="connsiteX0" fmla="*/ 134732 w 269464"/>
                <a:gd name="connsiteY0" fmla="*/ 364939 h 364938"/>
                <a:gd name="connsiteX1" fmla="*/ 0 w 269464"/>
                <a:gd name="connsiteY1" fmla="*/ 230207 h 364938"/>
                <a:gd name="connsiteX2" fmla="*/ 0 w 269464"/>
                <a:gd name="connsiteY2" fmla="*/ 73486 h 364938"/>
                <a:gd name="connsiteX3" fmla="*/ 134732 w 269464"/>
                <a:gd name="connsiteY3" fmla="*/ 0 h 364938"/>
                <a:gd name="connsiteX4" fmla="*/ 269464 w 269464"/>
                <a:gd name="connsiteY4" fmla="*/ 73486 h 364938"/>
                <a:gd name="connsiteX5" fmla="*/ 269464 w 269464"/>
                <a:gd name="connsiteY5" fmla="*/ 230207 h 364938"/>
                <a:gd name="connsiteX6" fmla="*/ 134732 w 269464"/>
                <a:gd name="connsiteY6" fmla="*/ 364939 h 364938"/>
                <a:gd name="connsiteX7" fmla="*/ 8539 w 269464"/>
                <a:gd name="connsiteY7" fmla="*/ 78562 h 364938"/>
                <a:gd name="connsiteX8" fmla="*/ 8539 w 269464"/>
                <a:gd name="connsiteY8" fmla="*/ 230207 h 364938"/>
                <a:gd name="connsiteX9" fmla="*/ 134732 w 269464"/>
                <a:gd name="connsiteY9" fmla="*/ 356400 h 364938"/>
                <a:gd name="connsiteX10" fmla="*/ 260925 w 269464"/>
                <a:gd name="connsiteY10" fmla="*/ 230207 h 364938"/>
                <a:gd name="connsiteX11" fmla="*/ 260925 w 269464"/>
                <a:gd name="connsiteY11" fmla="*/ 78562 h 364938"/>
                <a:gd name="connsiteX12" fmla="*/ 134732 w 269464"/>
                <a:gd name="connsiteY12" fmla="*/ 9725 h 364938"/>
                <a:gd name="connsiteX13" fmla="*/ 8539 w 269464"/>
                <a:gd name="connsiteY13" fmla="*/ 78562 h 364938"/>
                <a:gd name="connsiteX14" fmla="*/ 139002 w 269464"/>
                <a:gd name="connsiteY14" fmla="*/ 277648 h 364938"/>
                <a:gd name="connsiteX15" fmla="*/ 130462 w 269464"/>
                <a:gd name="connsiteY15" fmla="*/ 277648 h 364938"/>
                <a:gd name="connsiteX16" fmla="*/ 130462 w 269464"/>
                <a:gd name="connsiteY16" fmla="*/ 206486 h 364938"/>
                <a:gd name="connsiteX17" fmla="*/ 139002 w 269464"/>
                <a:gd name="connsiteY17" fmla="*/ 206486 h 364938"/>
                <a:gd name="connsiteX18" fmla="*/ 139002 w 269464"/>
                <a:gd name="connsiteY18" fmla="*/ 277648 h 364938"/>
                <a:gd name="connsiteX19" fmla="*/ 229614 w 269464"/>
                <a:gd name="connsiteY19" fmla="*/ 187036 h 364938"/>
                <a:gd name="connsiteX20" fmla="*/ 158453 w 269464"/>
                <a:gd name="connsiteY20" fmla="*/ 187036 h 364938"/>
                <a:gd name="connsiteX21" fmla="*/ 158453 w 269464"/>
                <a:gd name="connsiteY21" fmla="*/ 178496 h 364938"/>
                <a:gd name="connsiteX22" fmla="*/ 229614 w 269464"/>
                <a:gd name="connsiteY22" fmla="*/ 178496 h 364938"/>
                <a:gd name="connsiteX23" fmla="*/ 229614 w 269464"/>
                <a:gd name="connsiteY23" fmla="*/ 187036 h 364938"/>
                <a:gd name="connsiteX24" fmla="*/ 111012 w 269464"/>
                <a:gd name="connsiteY24" fmla="*/ 187036 h 364938"/>
                <a:gd name="connsiteX25" fmla="*/ 39850 w 269464"/>
                <a:gd name="connsiteY25" fmla="*/ 187036 h 364938"/>
                <a:gd name="connsiteX26" fmla="*/ 39850 w 269464"/>
                <a:gd name="connsiteY26" fmla="*/ 178496 h 364938"/>
                <a:gd name="connsiteX27" fmla="*/ 111012 w 269464"/>
                <a:gd name="connsiteY27" fmla="*/ 178496 h 364938"/>
                <a:gd name="connsiteX28" fmla="*/ 111012 w 269464"/>
                <a:gd name="connsiteY28" fmla="*/ 187036 h 364938"/>
                <a:gd name="connsiteX29" fmla="*/ 139002 w 269464"/>
                <a:gd name="connsiteY29" fmla="*/ 159046 h 364938"/>
                <a:gd name="connsiteX30" fmla="*/ 130462 w 269464"/>
                <a:gd name="connsiteY30" fmla="*/ 159046 h 364938"/>
                <a:gd name="connsiteX31" fmla="*/ 130462 w 269464"/>
                <a:gd name="connsiteY31" fmla="*/ 87884 h 364938"/>
                <a:gd name="connsiteX32" fmla="*/ 139002 w 269464"/>
                <a:gd name="connsiteY32" fmla="*/ 87884 h 364938"/>
                <a:gd name="connsiteX33" fmla="*/ 139002 w 269464"/>
                <a:gd name="connsiteY33" fmla="*/ 159046 h 364938"/>
                <a:gd name="connsiteX34" fmla="*/ 111012 w 269464"/>
                <a:gd name="connsiteY34" fmla="*/ 255113 h 364938"/>
                <a:gd name="connsiteX35" fmla="*/ 109565 w 269464"/>
                <a:gd name="connsiteY35" fmla="*/ 254864 h 364938"/>
                <a:gd name="connsiteX36" fmla="*/ 62646 w 269464"/>
                <a:gd name="connsiteY36" fmla="*/ 207933 h 364938"/>
                <a:gd name="connsiteX37" fmla="*/ 65219 w 269464"/>
                <a:gd name="connsiteY37" fmla="*/ 202478 h 364938"/>
                <a:gd name="connsiteX38" fmla="*/ 70675 w 269464"/>
                <a:gd name="connsiteY38" fmla="*/ 205063 h 364938"/>
                <a:gd name="connsiteX39" fmla="*/ 112435 w 269464"/>
                <a:gd name="connsiteY39" fmla="*/ 246823 h 364938"/>
                <a:gd name="connsiteX40" fmla="*/ 115009 w 269464"/>
                <a:gd name="connsiteY40" fmla="*/ 252279 h 364938"/>
                <a:gd name="connsiteX41" fmla="*/ 111012 w 269464"/>
                <a:gd name="connsiteY41" fmla="*/ 255113 h 364938"/>
                <a:gd name="connsiteX42" fmla="*/ 158453 w 269464"/>
                <a:gd name="connsiteY42" fmla="*/ 255113 h 364938"/>
                <a:gd name="connsiteX43" fmla="*/ 154432 w 269464"/>
                <a:gd name="connsiteY43" fmla="*/ 252279 h 364938"/>
                <a:gd name="connsiteX44" fmla="*/ 157017 w 269464"/>
                <a:gd name="connsiteY44" fmla="*/ 246823 h 364938"/>
                <a:gd name="connsiteX45" fmla="*/ 198777 w 269464"/>
                <a:gd name="connsiteY45" fmla="*/ 205063 h 364938"/>
                <a:gd name="connsiteX46" fmla="*/ 204233 w 269464"/>
                <a:gd name="connsiteY46" fmla="*/ 202478 h 364938"/>
                <a:gd name="connsiteX47" fmla="*/ 206818 w 269464"/>
                <a:gd name="connsiteY47" fmla="*/ 207933 h 364938"/>
                <a:gd name="connsiteX48" fmla="*/ 159888 w 269464"/>
                <a:gd name="connsiteY48" fmla="*/ 254864 h 364938"/>
                <a:gd name="connsiteX49" fmla="*/ 158453 w 269464"/>
                <a:gd name="connsiteY49" fmla="*/ 255113 h 364938"/>
                <a:gd name="connsiteX50" fmla="*/ 66666 w 269464"/>
                <a:gd name="connsiteY50" fmla="*/ 163315 h 364938"/>
                <a:gd name="connsiteX51" fmla="*/ 65219 w 269464"/>
                <a:gd name="connsiteY51" fmla="*/ 163066 h 364938"/>
                <a:gd name="connsiteX52" fmla="*/ 62646 w 269464"/>
                <a:gd name="connsiteY52" fmla="*/ 157610 h 364938"/>
                <a:gd name="connsiteX53" fmla="*/ 109565 w 269464"/>
                <a:gd name="connsiteY53" fmla="*/ 110691 h 364938"/>
                <a:gd name="connsiteX54" fmla="*/ 115020 w 269464"/>
                <a:gd name="connsiteY54" fmla="*/ 113265 h 364938"/>
                <a:gd name="connsiteX55" fmla="*/ 112447 w 269464"/>
                <a:gd name="connsiteY55" fmla="*/ 118721 h 364938"/>
                <a:gd name="connsiteX56" fmla="*/ 70687 w 269464"/>
                <a:gd name="connsiteY56" fmla="*/ 160481 h 364938"/>
                <a:gd name="connsiteX57" fmla="*/ 66666 w 269464"/>
                <a:gd name="connsiteY57" fmla="*/ 163315 h 364938"/>
                <a:gd name="connsiteX58" fmla="*/ 202798 w 269464"/>
                <a:gd name="connsiteY58" fmla="*/ 163315 h 364938"/>
                <a:gd name="connsiteX59" fmla="*/ 198777 w 269464"/>
                <a:gd name="connsiteY59" fmla="*/ 160492 h 364938"/>
                <a:gd name="connsiteX60" fmla="*/ 157017 w 269464"/>
                <a:gd name="connsiteY60" fmla="*/ 118733 h 364938"/>
                <a:gd name="connsiteX61" fmla="*/ 154432 w 269464"/>
                <a:gd name="connsiteY61" fmla="*/ 113277 h 364938"/>
                <a:gd name="connsiteX62" fmla="*/ 159888 w 269464"/>
                <a:gd name="connsiteY62" fmla="*/ 110703 h 364938"/>
                <a:gd name="connsiteX63" fmla="*/ 206818 w 269464"/>
                <a:gd name="connsiteY63" fmla="*/ 157622 h 364938"/>
                <a:gd name="connsiteX64" fmla="*/ 204233 w 269464"/>
                <a:gd name="connsiteY64" fmla="*/ 163078 h 364938"/>
                <a:gd name="connsiteX65" fmla="*/ 202798 w 269464"/>
                <a:gd name="connsiteY65" fmla="*/ 163315 h 364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69464" h="364938">
                  <a:moveTo>
                    <a:pt x="134732" y="364939"/>
                  </a:moveTo>
                  <a:cubicBezTo>
                    <a:pt x="60440" y="364939"/>
                    <a:pt x="0" y="304499"/>
                    <a:pt x="0" y="230207"/>
                  </a:cubicBezTo>
                  <a:lnTo>
                    <a:pt x="0" y="73486"/>
                  </a:lnTo>
                  <a:lnTo>
                    <a:pt x="134732" y="0"/>
                  </a:lnTo>
                  <a:lnTo>
                    <a:pt x="269464" y="73486"/>
                  </a:lnTo>
                  <a:lnTo>
                    <a:pt x="269464" y="230207"/>
                  </a:lnTo>
                  <a:cubicBezTo>
                    <a:pt x="269464" y="304499"/>
                    <a:pt x="209025" y="364939"/>
                    <a:pt x="134732" y="364939"/>
                  </a:cubicBezTo>
                  <a:close/>
                  <a:moveTo>
                    <a:pt x="8539" y="78562"/>
                  </a:moveTo>
                  <a:lnTo>
                    <a:pt x="8539" y="230207"/>
                  </a:lnTo>
                  <a:cubicBezTo>
                    <a:pt x="8539" y="299791"/>
                    <a:pt x="65148" y="356400"/>
                    <a:pt x="134732" y="356400"/>
                  </a:cubicBezTo>
                  <a:cubicBezTo>
                    <a:pt x="204316" y="356400"/>
                    <a:pt x="260925" y="299803"/>
                    <a:pt x="260925" y="230207"/>
                  </a:cubicBezTo>
                  <a:lnTo>
                    <a:pt x="260925" y="78562"/>
                  </a:lnTo>
                  <a:lnTo>
                    <a:pt x="134732" y="9725"/>
                  </a:lnTo>
                  <a:lnTo>
                    <a:pt x="8539" y="78562"/>
                  </a:lnTo>
                  <a:close/>
                  <a:moveTo>
                    <a:pt x="139002" y="277648"/>
                  </a:moveTo>
                  <a:lnTo>
                    <a:pt x="130462" y="277648"/>
                  </a:lnTo>
                  <a:lnTo>
                    <a:pt x="130462" y="206486"/>
                  </a:lnTo>
                  <a:lnTo>
                    <a:pt x="139002" y="206486"/>
                  </a:lnTo>
                  <a:lnTo>
                    <a:pt x="139002" y="277648"/>
                  </a:lnTo>
                  <a:close/>
                  <a:moveTo>
                    <a:pt x="229614" y="187036"/>
                  </a:moveTo>
                  <a:lnTo>
                    <a:pt x="158453" y="187036"/>
                  </a:lnTo>
                  <a:lnTo>
                    <a:pt x="158453" y="178496"/>
                  </a:lnTo>
                  <a:lnTo>
                    <a:pt x="229614" y="178496"/>
                  </a:lnTo>
                  <a:lnTo>
                    <a:pt x="229614" y="187036"/>
                  </a:lnTo>
                  <a:close/>
                  <a:moveTo>
                    <a:pt x="111012" y="187036"/>
                  </a:moveTo>
                  <a:lnTo>
                    <a:pt x="39850" y="187036"/>
                  </a:lnTo>
                  <a:lnTo>
                    <a:pt x="39850" y="178496"/>
                  </a:lnTo>
                  <a:lnTo>
                    <a:pt x="111012" y="178496"/>
                  </a:lnTo>
                  <a:lnTo>
                    <a:pt x="111012" y="187036"/>
                  </a:lnTo>
                  <a:close/>
                  <a:moveTo>
                    <a:pt x="139002" y="159046"/>
                  </a:moveTo>
                  <a:lnTo>
                    <a:pt x="130462" y="159046"/>
                  </a:lnTo>
                  <a:lnTo>
                    <a:pt x="130462" y="87884"/>
                  </a:lnTo>
                  <a:lnTo>
                    <a:pt x="139002" y="87884"/>
                  </a:lnTo>
                  <a:lnTo>
                    <a:pt x="139002" y="159046"/>
                  </a:lnTo>
                  <a:close/>
                  <a:moveTo>
                    <a:pt x="111012" y="255113"/>
                  </a:moveTo>
                  <a:cubicBezTo>
                    <a:pt x="110525" y="255113"/>
                    <a:pt x="110039" y="255030"/>
                    <a:pt x="109565" y="254864"/>
                  </a:cubicBezTo>
                  <a:cubicBezTo>
                    <a:pt x="87932" y="247120"/>
                    <a:pt x="70390" y="229566"/>
                    <a:pt x="62646" y="207933"/>
                  </a:cubicBezTo>
                  <a:cubicBezTo>
                    <a:pt x="61851" y="205715"/>
                    <a:pt x="63001" y="203272"/>
                    <a:pt x="65219" y="202478"/>
                  </a:cubicBezTo>
                  <a:cubicBezTo>
                    <a:pt x="67461" y="201671"/>
                    <a:pt x="69880" y="202833"/>
                    <a:pt x="70675" y="205063"/>
                  </a:cubicBezTo>
                  <a:cubicBezTo>
                    <a:pt x="77566" y="224312"/>
                    <a:pt x="93174" y="239920"/>
                    <a:pt x="112435" y="246823"/>
                  </a:cubicBezTo>
                  <a:cubicBezTo>
                    <a:pt x="114653" y="247618"/>
                    <a:pt x="115803" y="250061"/>
                    <a:pt x="115009" y="252279"/>
                  </a:cubicBezTo>
                  <a:cubicBezTo>
                    <a:pt x="114404" y="254022"/>
                    <a:pt x="112755" y="255113"/>
                    <a:pt x="111012" y="255113"/>
                  </a:cubicBezTo>
                  <a:close/>
                  <a:moveTo>
                    <a:pt x="158453" y="255113"/>
                  </a:moveTo>
                  <a:cubicBezTo>
                    <a:pt x="156709" y="255113"/>
                    <a:pt x="155061" y="254022"/>
                    <a:pt x="154432" y="252279"/>
                  </a:cubicBezTo>
                  <a:cubicBezTo>
                    <a:pt x="153637" y="250061"/>
                    <a:pt x="154788" y="247618"/>
                    <a:pt x="157017" y="246823"/>
                  </a:cubicBezTo>
                  <a:cubicBezTo>
                    <a:pt x="176267" y="239920"/>
                    <a:pt x="191875" y="224312"/>
                    <a:pt x="198777" y="205063"/>
                  </a:cubicBezTo>
                  <a:cubicBezTo>
                    <a:pt x="199560" y="202833"/>
                    <a:pt x="202015" y="201659"/>
                    <a:pt x="204233" y="202478"/>
                  </a:cubicBezTo>
                  <a:cubicBezTo>
                    <a:pt x="206463" y="203272"/>
                    <a:pt x="207613" y="205715"/>
                    <a:pt x="206818" y="207933"/>
                  </a:cubicBezTo>
                  <a:cubicBezTo>
                    <a:pt x="199074" y="229566"/>
                    <a:pt x="181521" y="247120"/>
                    <a:pt x="159888" y="254864"/>
                  </a:cubicBezTo>
                  <a:cubicBezTo>
                    <a:pt x="159413" y="255030"/>
                    <a:pt x="158927" y="255113"/>
                    <a:pt x="158453" y="255113"/>
                  </a:cubicBezTo>
                  <a:close/>
                  <a:moveTo>
                    <a:pt x="66666" y="163315"/>
                  </a:moveTo>
                  <a:cubicBezTo>
                    <a:pt x="66180" y="163315"/>
                    <a:pt x="65706" y="163244"/>
                    <a:pt x="65219" y="163066"/>
                  </a:cubicBezTo>
                  <a:cubicBezTo>
                    <a:pt x="63001" y="162272"/>
                    <a:pt x="61851" y="159828"/>
                    <a:pt x="62646" y="157610"/>
                  </a:cubicBezTo>
                  <a:cubicBezTo>
                    <a:pt x="70390" y="135977"/>
                    <a:pt x="87932" y="118436"/>
                    <a:pt x="109565" y="110691"/>
                  </a:cubicBezTo>
                  <a:cubicBezTo>
                    <a:pt x="111794" y="109885"/>
                    <a:pt x="114238" y="111047"/>
                    <a:pt x="115020" y="113265"/>
                  </a:cubicBezTo>
                  <a:cubicBezTo>
                    <a:pt x="115803" y="115483"/>
                    <a:pt x="114665" y="117938"/>
                    <a:pt x="112447" y="118721"/>
                  </a:cubicBezTo>
                  <a:cubicBezTo>
                    <a:pt x="93186" y="125623"/>
                    <a:pt x="77578" y="141220"/>
                    <a:pt x="70687" y="160481"/>
                  </a:cubicBezTo>
                  <a:cubicBezTo>
                    <a:pt x="70058" y="162236"/>
                    <a:pt x="68422" y="163315"/>
                    <a:pt x="66666" y="163315"/>
                  </a:cubicBezTo>
                  <a:close/>
                  <a:moveTo>
                    <a:pt x="202798" y="163315"/>
                  </a:moveTo>
                  <a:cubicBezTo>
                    <a:pt x="201054" y="163315"/>
                    <a:pt x="199406" y="162236"/>
                    <a:pt x="198777" y="160492"/>
                  </a:cubicBezTo>
                  <a:cubicBezTo>
                    <a:pt x="191875" y="141231"/>
                    <a:pt x="176267" y="125623"/>
                    <a:pt x="157017" y="118733"/>
                  </a:cubicBezTo>
                  <a:cubicBezTo>
                    <a:pt x="154788" y="117938"/>
                    <a:pt x="153637" y="115495"/>
                    <a:pt x="154432" y="113277"/>
                  </a:cubicBezTo>
                  <a:cubicBezTo>
                    <a:pt x="155227" y="111059"/>
                    <a:pt x="157646" y="109897"/>
                    <a:pt x="159888" y="110703"/>
                  </a:cubicBezTo>
                  <a:cubicBezTo>
                    <a:pt x="181521" y="118448"/>
                    <a:pt x="199074" y="135989"/>
                    <a:pt x="206818" y="157622"/>
                  </a:cubicBezTo>
                  <a:cubicBezTo>
                    <a:pt x="207613" y="159852"/>
                    <a:pt x="206463" y="162295"/>
                    <a:pt x="204233" y="163078"/>
                  </a:cubicBezTo>
                  <a:cubicBezTo>
                    <a:pt x="203759" y="163244"/>
                    <a:pt x="203272" y="163315"/>
                    <a:pt x="202798" y="163315"/>
                  </a:cubicBezTo>
                  <a:close/>
                </a:path>
              </a:pathLst>
            </a:custGeom>
            <a:solidFill>
              <a:srgbClr val="000000"/>
            </a:solidFill>
            <a:ln w="116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DDB77AB-31CA-9393-C250-D21C90AD747D}"/>
                </a:ext>
              </a:extLst>
            </p:cNvPr>
            <p:cNvGrpSpPr/>
            <p:nvPr/>
          </p:nvGrpSpPr>
          <p:grpSpPr>
            <a:xfrm>
              <a:off x="21004440" y="5488292"/>
              <a:ext cx="1224656" cy="1224655"/>
              <a:chOff x="18495170" y="1113633"/>
              <a:chExt cx="1724061" cy="1724059"/>
            </a:xfrm>
          </p:grpSpPr>
          <p:sp>
            <p:nvSpPr>
              <p:cNvPr id="20" name="Graphic 10">
                <a:extLst>
                  <a:ext uri="{FF2B5EF4-FFF2-40B4-BE49-F238E27FC236}">
                    <a16:creationId xmlns:a16="http://schemas.microsoft.com/office/drawing/2014/main" id="{968278EA-EC7A-C8C1-3D03-67D9517A8E97}"/>
                  </a:ext>
                </a:extLst>
              </p:cNvPr>
              <p:cNvSpPr/>
              <p:nvPr/>
            </p:nvSpPr>
            <p:spPr>
              <a:xfrm rot="16200000">
                <a:off x="18926187" y="682619"/>
                <a:ext cx="862029" cy="1724058"/>
              </a:xfrm>
              <a:custGeom>
                <a:avLst/>
                <a:gdLst>
                  <a:gd name="connsiteX0" fmla="*/ 0 w 2862262"/>
                  <a:gd name="connsiteY0" fmla="*/ 2862263 h 5724525"/>
                  <a:gd name="connsiteX1" fmla="*/ 2862263 w 2862262"/>
                  <a:gd name="connsiteY1" fmla="*/ 5724525 h 5724525"/>
                  <a:gd name="connsiteX2" fmla="*/ 2862263 w 2862262"/>
                  <a:gd name="connsiteY2" fmla="*/ 0 h 5724525"/>
                  <a:gd name="connsiteX3" fmla="*/ 0 w 2862262"/>
                  <a:gd name="connsiteY3" fmla="*/ 2862263 h 5724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2262" h="5724525">
                    <a:moveTo>
                      <a:pt x="0" y="2862263"/>
                    </a:moveTo>
                    <a:cubicBezTo>
                      <a:pt x="0" y="4443413"/>
                      <a:pt x="1281113" y="5724525"/>
                      <a:pt x="2862263" y="5724525"/>
                    </a:cubicBezTo>
                    <a:lnTo>
                      <a:pt x="2862263" y="0"/>
                    </a:lnTo>
                    <a:cubicBezTo>
                      <a:pt x="1281113" y="0"/>
                      <a:pt x="0" y="1281113"/>
                      <a:pt x="0" y="28622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Graphic 10">
                <a:extLst>
                  <a:ext uri="{FF2B5EF4-FFF2-40B4-BE49-F238E27FC236}">
                    <a16:creationId xmlns:a16="http://schemas.microsoft.com/office/drawing/2014/main" id="{711F2D4E-580F-FDDA-13E8-7599C186951B}"/>
                  </a:ext>
                </a:extLst>
              </p:cNvPr>
              <p:cNvSpPr/>
              <p:nvPr/>
            </p:nvSpPr>
            <p:spPr>
              <a:xfrm rot="5400000">
                <a:off x="18926184" y="1544649"/>
                <a:ext cx="862029" cy="1724058"/>
              </a:xfrm>
              <a:custGeom>
                <a:avLst/>
                <a:gdLst>
                  <a:gd name="connsiteX0" fmla="*/ 0 w 2862262"/>
                  <a:gd name="connsiteY0" fmla="*/ 2862263 h 5724525"/>
                  <a:gd name="connsiteX1" fmla="*/ 2862263 w 2862262"/>
                  <a:gd name="connsiteY1" fmla="*/ 5724525 h 5724525"/>
                  <a:gd name="connsiteX2" fmla="*/ 2862263 w 2862262"/>
                  <a:gd name="connsiteY2" fmla="*/ 0 h 5724525"/>
                  <a:gd name="connsiteX3" fmla="*/ 0 w 2862262"/>
                  <a:gd name="connsiteY3" fmla="*/ 2862263 h 5724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2262" h="5724525">
                    <a:moveTo>
                      <a:pt x="0" y="2862263"/>
                    </a:moveTo>
                    <a:cubicBezTo>
                      <a:pt x="0" y="4443413"/>
                      <a:pt x="1281113" y="5724525"/>
                      <a:pt x="2862263" y="5724525"/>
                    </a:cubicBezTo>
                    <a:lnTo>
                      <a:pt x="2862263" y="0"/>
                    </a:lnTo>
                    <a:cubicBezTo>
                      <a:pt x="1281113" y="0"/>
                      <a:pt x="0" y="1281113"/>
                      <a:pt x="0" y="28622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03FD4805-C8F0-157A-12EA-E29BF4A6A821}"/>
                </a:ext>
              </a:extLst>
            </p:cNvPr>
            <p:cNvSpPr/>
            <p:nvPr/>
          </p:nvSpPr>
          <p:spPr>
            <a:xfrm>
              <a:off x="19740689" y="4229100"/>
              <a:ext cx="1252842" cy="1252842"/>
            </a:xfrm>
            <a:custGeom>
              <a:avLst/>
              <a:gdLst>
                <a:gd name="connsiteX0" fmla="*/ 0 w 1313497"/>
                <a:gd name="connsiteY0" fmla="*/ 0 h 1313497"/>
                <a:gd name="connsiteX1" fmla="*/ 0 w 1313497"/>
                <a:gd name="connsiteY1" fmla="*/ 1313498 h 1313497"/>
                <a:gd name="connsiteX2" fmla="*/ 1313498 w 1313497"/>
                <a:gd name="connsiteY2" fmla="*/ 1313498 h 1313497"/>
                <a:gd name="connsiteX3" fmla="*/ 1313498 w 1313497"/>
                <a:gd name="connsiteY3" fmla="*/ 0 h 1313497"/>
                <a:gd name="connsiteX4" fmla="*/ 0 w 1313497"/>
                <a:gd name="connsiteY4" fmla="*/ 0 h 1313497"/>
                <a:gd name="connsiteX5" fmla="*/ 657225 w 1313497"/>
                <a:gd name="connsiteY5" fmla="*/ 1307783 h 1313497"/>
                <a:gd name="connsiteX6" fmla="*/ 6668 w 1313497"/>
                <a:gd name="connsiteY6" fmla="*/ 657225 h 1313497"/>
                <a:gd name="connsiteX7" fmla="*/ 657225 w 1313497"/>
                <a:gd name="connsiteY7" fmla="*/ 6668 h 1313497"/>
                <a:gd name="connsiteX8" fmla="*/ 1307783 w 1313497"/>
                <a:gd name="connsiteY8" fmla="*/ 657225 h 1313497"/>
                <a:gd name="connsiteX9" fmla="*/ 657225 w 1313497"/>
                <a:gd name="connsiteY9" fmla="*/ 1307783 h 1313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497" h="1313497">
                  <a:moveTo>
                    <a:pt x="0" y="0"/>
                  </a:moveTo>
                  <a:lnTo>
                    <a:pt x="0" y="1313498"/>
                  </a:lnTo>
                  <a:lnTo>
                    <a:pt x="1313498" y="1313498"/>
                  </a:lnTo>
                  <a:lnTo>
                    <a:pt x="1313498" y="0"/>
                  </a:lnTo>
                  <a:lnTo>
                    <a:pt x="0" y="0"/>
                  </a:lnTo>
                  <a:close/>
                  <a:moveTo>
                    <a:pt x="657225" y="1307783"/>
                  </a:moveTo>
                  <a:lnTo>
                    <a:pt x="6668" y="657225"/>
                  </a:lnTo>
                  <a:lnTo>
                    <a:pt x="657225" y="6668"/>
                  </a:lnTo>
                  <a:lnTo>
                    <a:pt x="1307783" y="657225"/>
                  </a:lnTo>
                  <a:lnTo>
                    <a:pt x="657225" y="1307783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1" name="Group 13">
              <a:extLst>
                <a:ext uri="{FF2B5EF4-FFF2-40B4-BE49-F238E27FC236}">
                  <a16:creationId xmlns:a16="http://schemas.microsoft.com/office/drawing/2014/main" id="{7DCD6226-1598-8CFE-EF19-AD0C32E0FD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0008453" y="1685924"/>
              <a:ext cx="2287320" cy="2555875"/>
              <a:chOff x="8996" y="4253"/>
              <a:chExt cx="5434" cy="6072"/>
            </a:xfrm>
            <a:solidFill>
              <a:schemeClr val="tx1"/>
            </a:solidFill>
          </p:grpSpPr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CB82D3E-CDAB-D340-8580-67407B62D9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86" y="5452"/>
                <a:ext cx="1445" cy="2473"/>
              </a:xfrm>
              <a:custGeom>
                <a:avLst/>
                <a:gdLst>
                  <a:gd name="T0" fmla="*/ 393 w 764"/>
                  <a:gd name="T1" fmla="*/ 197 h 1307"/>
                  <a:gd name="T2" fmla="*/ 197 w 764"/>
                  <a:gd name="T3" fmla="*/ 0 h 1307"/>
                  <a:gd name="T4" fmla="*/ 0 w 764"/>
                  <a:gd name="T5" fmla="*/ 197 h 1307"/>
                  <a:gd name="T6" fmla="*/ 197 w 764"/>
                  <a:gd name="T7" fmla="*/ 394 h 1307"/>
                  <a:gd name="T8" fmla="*/ 314 w 764"/>
                  <a:gd name="T9" fmla="*/ 355 h 1307"/>
                  <a:gd name="T10" fmla="*/ 687 w 764"/>
                  <a:gd name="T11" fmla="*/ 690 h 1307"/>
                  <a:gd name="T12" fmla="*/ 687 w 764"/>
                  <a:gd name="T13" fmla="*/ 1307 h 1307"/>
                  <a:gd name="T14" fmla="*/ 764 w 764"/>
                  <a:gd name="T15" fmla="*/ 1307 h 1307"/>
                  <a:gd name="T16" fmla="*/ 764 w 764"/>
                  <a:gd name="T17" fmla="*/ 656 h 1307"/>
                  <a:gd name="T18" fmla="*/ 365 w 764"/>
                  <a:gd name="T19" fmla="*/ 299 h 1307"/>
                  <a:gd name="T20" fmla="*/ 393 w 764"/>
                  <a:gd name="T21" fmla="*/ 197 h 1307"/>
                  <a:gd name="T22" fmla="*/ 197 w 764"/>
                  <a:gd name="T23" fmla="*/ 318 h 1307"/>
                  <a:gd name="T24" fmla="*/ 76 w 764"/>
                  <a:gd name="T25" fmla="*/ 197 h 1307"/>
                  <a:gd name="T26" fmla="*/ 197 w 764"/>
                  <a:gd name="T27" fmla="*/ 77 h 1307"/>
                  <a:gd name="T28" fmla="*/ 317 w 764"/>
                  <a:gd name="T29" fmla="*/ 197 h 1307"/>
                  <a:gd name="T30" fmla="*/ 197 w 764"/>
                  <a:gd name="T31" fmla="*/ 318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64" h="1307">
                    <a:moveTo>
                      <a:pt x="393" y="197"/>
                    </a:moveTo>
                    <a:cubicBezTo>
                      <a:pt x="393" y="89"/>
                      <a:pt x="305" y="0"/>
                      <a:pt x="197" y="0"/>
                    </a:cubicBezTo>
                    <a:cubicBezTo>
                      <a:pt x="88" y="0"/>
                      <a:pt x="0" y="89"/>
                      <a:pt x="0" y="197"/>
                    </a:cubicBezTo>
                    <a:cubicBezTo>
                      <a:pt x="0" y="306"/>
                      <a:pt x="88" y="394"/>
                      <a:pt x="197" y="394"/>
                    </a:cubicBezTo>
                    <a:cubicBezTo>
                      <a:pt x="240" y="394"/>
                      <a:pt x="281" y="379"/>
                      <a:pt x="314" y="355"/>
                    </a:cubicBezTo>
                    <a:cubicBezTo>
                      <a:pt x="687" y="690"/>
                      <a:pt x="687" y="690"/>
                      <a:pt x="687" y="690"/>
                    </a:cubicBezTo>
                    <a:cubicBezTo>
                      <a:pt x="687" y="1307"/>
                      <a:pt x="687" y="1307"/>
                      <a:pt x="687" y="1307"/>
                    </a:cubicBezTo>
                    <a:cubicBezTo>
                      <a:pt x="764" y="1307"/>
                      <a:pt x="764" y="1307"/>
                      <a:pt x="764" y="1307"/>
                    </a:cubicBezTo>
                    <a:cubicBezTo>
                      <a:pt x="764" y="656"/>
                      <a:pt x="764" y="656"/>
                      <a:pt x="764" y="656"/>
                    </a:cubicBezTo>
                    <a:cubicBezTo>
                      <a:pt x="365" y="299"/>
                      <a:pt x="365" y="299"/>
                      <a:pt x="365" y="299"/>
                    </a:cubicBezTo>
                    <a:cubicBezTo>
                      <a:pt x="383" y="269"/>
                      <a:pt x="393" y="234"/>
                      <a:pt x="393" y="197"/>
                    </a:cubicBezTo>
                    <a:close/>
                    <a:moveTo>
                      <a:pt x="197" y="318"/>
                    </a:moveTo>
                    <a:cubicBezTo>
                      <a:pt x="130" y="318"/>
                      <a:pt x="76" y="264"/>
                      <a:pt x="76" y="197"/>
                    </a:cubicBezTo>
                    <a:cubicBezTo>
                      <a:pt x="76" y="131"/>
                      <a:pt x="130" y="77"/>
                      <a:pt x="197" y="77"/>
                    </a:cubicBezTo>
                    <a:cubicBezTo>
                      <a:pt x="263" y="77"/>
                      <a:pt x="317" y="131"/>
                      <a:pt x="317" y="197"/>
                    </a:cubicBezTo>
                    <a:cubicBezTo>
                      <a:pt x="317" y="264"/>
                      <a:pt x="263" y="318"/>
                      <a:pt x="197" y="3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D12FCC87-977D-C8B5-0919-DE4EDDEBEA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86" y="7454"/>
                <a:ext cx="1345" cy="2871"/>
              </a:xfrm>
              <a:custGeom>
                <a:avLst/>
                <a:gdLst>
                  <a:gd name="T0" fmla="*/ 393 w 711"/>
                  <a:gd name="T1" fmla="*/ 197 h 1518"/>
                  <a:gd name="T2" fmla="*/ 197 w 711"/>
                  <a:gd name="T3" fmla="*/ 0 h 1518"/>
                  <a:gd name="T4" fmla="*/ 0 w 711"/>
                  <a:gd name="T5" fmla="*/ 197 h 1518"/>
                  <a:gd name="T6" fmla="*/ 197 w 711"/>
                  <a:gd name="T7" fmla="*/ 393 h 1518"/>
                  <a:gd name="T8" fmla="*/ 322 w 711"/>
                  <a:gd name="T9" fmla="*/ 348 h 1518"/>
                  <a:gd name="T10" fmla="*/ 634 w 711"/>
                  <a:gd name="T11" fmla="*/ 604 h 1518"/>
                  <a:gd name="T12" fmla="*/ 634 w 711"/>
                  <a:gd name="T13" fmla="*/ 1518 h 1518"/>
                  <a:gd name="T14" fmla="*/ 711 w 711"/>
                  <a:gd name="T15" fmla="*/ 1518 h 1518"/>
                  <a:gd name="T16" fmla="*/ 711 w 711"/>
                  <a:gd name="T17" fmla="*/ 568 h 1518"/>
                  <a:gd name="T18" fmla="*/ 370 w 711"/>
                  <a:gd name="T19" fmla="*/ 289 h 1518"/>
                  <a:gd name="T20" fmla="*/ 393 w 711"/>
                  <a:gd name="T21" fmla="*/ 197 h 1518"/>
                  <a:gd name="T22" fmla="*/ 197 w 711"/>
                  <a:gd name="T23" fmla="*/ 317 h 1518"/>
                  <a:gd name="T24" fmla="*/ 76 w 711"/>
                  <a:gd name="T25" fmla="*/ 197 h 1518"/>
                  <a:gd name="T26" fmla="*/ 197 w 711"/>
                  <a:gd name="T27" fmla="*/ 76 h 1518"/>
                  <a:gd name="T28" fmla="*/ 317 w 711"/>
                  <a:gd name="T29" fmla="*/ 197 h 1518"/>
                  <a:gd name="T30" fmla="*/ 197 w 711"/>
                  <a:gd name="T31" fmla="*/ 317 h 1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11" h="1518">
                    <a:moveTo>
                      <a:pt x="393" y="197"/>
                    </a:moveTo>
                    <a:cubicBezTo>
                      <a:pt x="393" y="88"/>
                      <a:pt x="305" y="0"/>
                      <a:pt x="197" y="0"/>
                    </a:cubicBezTo>
                    <a:cubicBezTo>
                      <a:pt x="88" y="0"/>
                      <a:pt x="0" y="88"/>
                      <a:pt x="0" y="197"/>
                    </a:cubicBezTo>
                    <a:cubicBezTo>
                      <a:pt x="0" y="305"/>
                      <a:pt x="88" y="393"/>
                      <a:pt x="197" y="393"/>
                    </a:cubicBezTo>
                    <a:cubicBezTo>
                      <a:pt x="244" y="393"/>
                      <a:pt x="288" y="376"/>
                      <a:pt x="322" y="348"/>
                    </a:cubicBezTo>
                    <a:cubicBezTo>
                      <a:pt x="634" y="604"/>
                      <a:pt x="634" y="604"/>
                      <a:pt x="634" y="604"/>
                    </a:cubicBezTo>
                    <a:cubicBezTo>
                      <a:pt x="634" y="1518"/>
                      <a:pt x="634" y="1518"/>
                      <a:pt x="634" y="1518"/>
                    </a:cubicBezTo>
                    <a:cubicBezTo>
                      <a:pt x="711" y="1518"/>
                      <a:pt x="711" y="1518"/>
                      <a:pt x="711" y="1518"/>
                    </a:cubicBezTo>
                    <a:cubicBezTo>
                      <a:pt x="711" y="568"/>
                      <a:pt x="711" y="568"/>
                      <a:pt x="711" y="568"/>
                    </a:cubicBezTo>
                    <a:cubicBezTo>
                      <a:pt x="370" y="289"/>
                      <a:pt x="370" y="289"/>
                      <a:pt x="370" y="289"/>
                    </a:cubicBezTo>
                    <a:cubicBezTo>
                      <a:pt x="385" y="262"/>
                      <a:pt x="393" y="230"/>
                      <a:pt x="393" y="197"/>
                    </a:cubicBezTo>
                    <a:close/>
                    <a:moveTo>
                      <a:pt x="197" y="317"/>
                    </a:moveTo>
                    <a:cubicBezTo>
                      <a:pt x="130" y="317"/>
                      <a:pt x="76" y="263"/>
                      <a:pt x="76" y="197"/>
                    </a:cubicBezTo>
                    <a:cubicBezTo>
                      <a:pt x="76" y="130"/>
                      <a:pt x="130" y="76"/>
                      <a:pt x="197" y="76"/>
                    </a:cubicBezTo>
                    <a:cubicBezTo>
                      <a:pt x="263" y="76"/>
                      <a:pt x="317" y="130"/>
                      <a:pt x="317" y="197"/>
                    </a:cubicBezTo>
                    <a:cubicBezTo>
                      <a:pt x="317" y="263"/>
                      <a:pt x="263" y="317"/>
                      <a:pt x="197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FDE1929-28B7-E247-352F-54FD169CBDA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786" y="4853"/>
                <a:ext cx="745" cy="5472"/>
              </a:xfrm>
              <a:custGeom>
                <a:avLst/>
                <a:gdLst>
                  <a:gd name="T0" fmla="*/ 394 w 394"/>
                  <a:gd name="T1" fmla="*/ 197 h 2893"/>
                  <a:gd name="T2" fmla="*/ 197 w 394"/>
                  <a:gd name="T3" fmla="*/ 0 h 2893"/>
                  <a:gd name="T4" fmla="*/ 0 w 394"/>
                  <a:gd name="T5" fmla="*/ 197 h 2893"/>
                  <a:gd name="T6" fmla="*/ 159 w 394"/>
                  <a:gd name="T7" fmla="*/ 390 h 2893"/>
                  <a:gd name="T8" fmla="*/ 159 w 394"/>
                  <a:gd name="T9" fmla="*/ 2893 h 2893"/>
                  <a:gd name="T10" fmla="*/ 235 w 394"/>
                  <a:gd name="T11" fmla="*/ 2893 h 2893"/>
                  <a:gd name="T12" fmla="*/ 235 w 394"/>
                  <a:gd name="T13" fmla="*/ 390 h 2893"/>
                  <a:gd name="T14" fmla="*/ 394 w 394"/>
                  <a:gd name="T15" fmla="*/ 197 h 2893"/>
                  <a:gd name="T16" fmla="*/ 197 w 394"/>
                  <a:gd name="T17" fmla="*/ 317 h 2893"/>
                  <a:gd name="T18" fmla="*/ 76 w 394"/>
                  <a:gd name="T19" fmla="*/ 197 h 2893"/>
                  <a:gd name="T20" fmla="*/ 197 w 394"/>
                  <a:gd name="T21" fmla="*/ 76 h 2893"/>
                  <a:gd name="T22" fmla="*/ 318 w 394"/>
                  <a:gd name="T23" fmla="*/ 197 h 2893"/>
                  <a:gd name="T24" fmla="*/ 197 w 394"/>
                  <a:gd name="T25" fmla="*/ 317 h 2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94" h="2893">
                    <a:moveTo>
                      <a:pt x="394" y="197"/>
                    </a:moveTo>
                    <a:cubicBezTo>
                      <a:pt x="394" y="88"/>
                      <a:pt x="305" y="0"/>
                      <a:pt x="197" y="0"/>
                    </a:cubicBezTo>
                    <a:cubicBezTo>
                      <a:pt x="89" y="0"/>
                      <a:pt x="0" y="88"/>
                      <a:pt x="0" y="197"/>
                    </a:cubicBezTo>
                    <a:cubicBezTo>
                      <a:pt x="0" y="292"/>
                      <a:pt x="69" y="372"/>
                      <a:pt x="159" y="390"/>
                    </a:cubicBezTo>
                    <a:cubicBezTo>
                      <a:pt x="159" y="2893"/>
                      <a:pt x="159" y="2893"/>
                      <a:pt x="159" y="2893"/>
                    </a:cubicBezTo>
                    <a:cubicBezTo>
                      <a:pt x="235" y="2893"/>
                      <a:pt x="235" y="2893"/>
                      <a:pt x="235" y="2893"/>
                    </a:cubicBezTo>
                    <a:cubicBezTo>
                      <a:pt x="235" y="390"/>
                      <a:pt x="235" y="390"/>
                      <a:pt x="235" y="390"/>
                    </a:cubicBezTo>
                    <a:cubicBezTo>
                      <a:pt x="325" y="372"/>
                      <a:pt x="394" y="292"/>
                      <a:pt x="394" y="197"/>
                    </a:cubicBezTo>
                    <a:close/>
                    <a:moveTo>
                      <a:pt x="197" y="317"/>
                    </a:moveTo>
                    <a:cubicBezTo>
                      <a:pt x="130" y="317"/>
                      <a:pt x="76" y="263"/>
                      <a:pt x="76" y="197"/>
                    </a:cubicBezTo>
                    <a:cubicBezTo>
                      <a:pt x="76" y="130"/>
                      <a:pt x="130" y="76"/>
                      <a:pt x="197" y="76"/>
                    </a:cubicBezTo>
                    <a:cubicBezTo>
                      <a:pt x="263" y="76"/>
                      <a:pt x="318" y="130"/>
                      <a:pt x="318" y="197"/>
                    </a:cubicBezTo>
                    <a:cubicBezTo>
                      <a:pt x="318" y="263"/>
                      <a:pt x="263" y="317"/>
                      <a:pt x="197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B0AF65F2-B143-C431-046C-D634071690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86" y="8454"/>
                <a:ext cx="1044" cy="1871"/>
              </a:xfrm>
              <a:custGeom>
                <a:avLst/>
                <a:gdLst>
                  <a:gd name="T0" fmla="*/ 356 w 552"/>
                  <a:gd name="T1" fmla="*/ 0 h 989"/>
                  <a:gd name="T2" fmla="*/ 159 w 552"/>
                  <a:gd name="T3" fmla="*/ 196 h 989"/>
                  <a:gd name="T4" fmla="*/ 182 w 552"/>
                  <a:gd name="T5" fmla="*/ 288 h 989"/>
                  <a:gd name="T6" fmla="*/ 0 w 552"/>
                  <a:gd name="T7" fmla="*/ 443 h 989"/>
                  <a:gd name="T8" fmla="*/ 0 w 552"/>
                  <a:gd name="T9" fmla="*/ 989 h 989"/>
                  <a:gd name="T10" fmla="*/ 77 w 552"/>
                  <a:gd name="T11" fmla="*/ 989 h 989"/>
                  <a:gd name="T12" fmla="*/ 77 w 552"/>
                  <a:gd name="T13" fmla="*/ 478 h 989"/>
                  <a:gd name="T14" fmla="*/ 229 w 552"/>
                  <a:gd name="T15" fmla="*/ 347 h 989"/>
                  <a:gd name="T16" fmla="*/ 356 w 552"/>
                  <a:gd name="T17" fmla="*/ 393 h 989"/>
                  <a:gd name="T18" fmla="*/ 552 w 552"/>
                  <a:gd name="T19" fmla="*/ 196 h 989"/>
                  <a:gd name="T20" fmla="*/ 356 w 552"/>
                  <a:gd name="T21" fmla="*/ 0 h 989"/>
                  <a:gd name="T22" fmla="*/ 356 w 552"/>
                  <a:gd name="T23" fmla="*/ 317 h 989"/>
                  <a:gd name="T24" fmla="*/ 235 w 552"/>
                  <a:gd name="T25" fmla="*/ 196 h 989"/>
                  <a:gd name="T26" fmla="*/ 356 w 552"/>
                  <a:gd name="T27" fmla="*/ 76 h 989"/>
                  <a:gd name="T28" fmla="*/ 476 w 552"/>
                  <a:gd name="T29" fmla="*/ 196 h 989"/>
                  <a:gd name="T30" fmla="*/ 356 w 552"/>
                  <a:gd name="T31" fmla="*/ 317 h 9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552" h="989">
                    <a:moveTo>
                      <a:pt x="356" y="0"/>
                    </a:moveTo>
                    <a:cubicBezTo>
                      <a:pt x="247" y="0"/>
                      <a:pt x="159" y="88"/>
                      <a:pt x="159" y="196"/>
                    </a:cubicBezTo>
                    <a:cubicBezTo>
                      <a:pt x="159" y="229"/>
                      <a:pt x="167" y="260"/>
                      <a:pt x="182" y="288"/>
                    </a:cubicBezTo>
                    <a:cubicBezTo>
                      <a:pt x="0" y="443"/>
                      <a:pt x="0" y="443"/>
                      <a:pt x="0" y="443"/>
                    </a:cubicBezTo>
                    <a:cubicBezTo>
                      <a:pt x="0" y="989"/>
                      <a:pt x="0" y="989"/>
                      <a:pt x="0" y="989"/>
                    </a:cubicBezTo>
                    <a:cubicBezTo>
                      <a:pt x="77" y="989"/>
                      <a:pt x="77" y="989"/>
                      <a:pt x="77" y="989"/>
                    </a:cubicBezTo>
                    <a:cubicBezTo>
                      <a:pt x="77" y="478"/>
                      <a:pt x="77" y="478"/>
                      <a:pt x="77" y="478"/>
                    </a:cubicBezTo>
                    <a:cubicBezTo>
                      <a:pt x="229" y="347"/>
                      <a:pt x="229" y="347"/>
                      <a:pt x="229" y="347"/>
                    </a:cubicBezTo>
                    <a:cubicBezTo>
                      <a:pt x="264" y="376"/>
                      <a:pt x="308" y="393"/>
                      <a:pt x="356" y="393"/>
                    </a:cubicBezTo>
                    <a:cubicBezTo>
                      <a:pt x="464" y="393"/>
                      <a:pt x="552" y="305"/>
                      <a:pt x="552" y="196"/>
                    </a:cubicBezTo>
                    <a:cubicBezTo>
                      <a:pt x="552" y="88"/>
                      <a:pt x="464" y="0"/>
                      <a:pt x="356" y="0"/>
                    </a:cubicBezTo>
                    <a:close/>
                    <a:moveTo>
                      <a:pt x="356" y="317"/>
                    </a:moveTo>
                    <a:cubicBezTo>
                      <a:pt x="289" y="317"/>
                      <a:pt x="235" y="263"/>
                      <a:pt x="235" y="196"/>
                    </a:cubicBezTo>
                    <a:cubicBezTo>
                      <a:pt x="235" y="130"/>
                      <a:pt x="289" y="76"/>
                      <a:pt x="356" y="76"/>
                    </a:cubicBezTo>
                    <a:cubicBezTo>
                      <a:pt x="422" y="76"/>
                      <a:pt x="476" y="130"/>
                      <a:pt x="476" y="196"/>
                    </a:cubicBezTo>
                    <a:cubicBezTo>
                      <a:pt x="476" y="263"/>
                      <a:pt x="422" y="317"/>
                      <a:pt x="356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51680746-1BA1-4C9F-89B2-982AB14033D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86" y="6453"/>
                <a:ext cx="1144" cy="2272"/>
              </a:xfrm>
              <a:custGeom>
                <a:avLst/>
                <a:gdLst>
                  <a:gd name="T0" fmla="*/ 409 w 605"/>
                  <a:gd name="T1" fmla="*/ 0 h 1201"/>
                  <a:gd name="T2" fmla="*/ 212 w 605"/>
                  <a:gd name="T3" fmla="*/ 197 h 1201"/>
                  <a:gd name="T4" fmla="*/ 224 w 605"/>
                  <a:gd name="T5" fmla="*/ 264 h 1201"/>
                  <a:gd name="T6" fmla="*/ 0 w 605"/>
                  <a:gd name="T7" fmla="*/ 443 h 1201"/>
                  <a:gd name="T8" fmla="*/ 0 w 605"/>
                  <a:gd name="T9" fmla="*/ 1201 h 1201"/>
                  <a:gd name="T10" fmla="*/ 77 w 605"/>
                  <a:gd name="T11" fmla="*/ 1201 h 1201"/>
                  <a:gd name="T12" fmla="*/ 77 w 605"/>
                  <a:gd name="T13" fmla="*/ 479 h 1201"/>
                  <a:gd name="T14" fmla="*/ 264 w 605"/>
                  <a:gd name="T15" fmla="*/ 330 h 1201"/>
                  <a:gd name="T16" fmla="*/ 409 w 605"/>
                  <a:gd name="T17" fmla="*/ 394 h 1201"/>
                  <a:gd name="T18" fmla="*/ 605 w 605"/>
                  <a:gd name="T19" fmla="*/ 197 h 1201"/>
                  <a:gd name="T20" fmla="*/ 409 w 605"/>
                  <a:gd name="T21" fmla="*/ 0 h 1201"/>
                  <a:gd name="T22" fmla="*/ 409 w 605"/>
                  <a:gd name="T23" fmla="*/ 317 h 1201"/>
                  <a:gd name="T24" fmla="*/ 288 w 605"/>
                  <a:gd name="T25" fmla="*/ 197 h 1201"/>
                  <a:gd name="T26" fmla="*/ 409 w 605"/>
                  <a:gd name="T27" fmla="*/ 76 h 1201"/>
                  <a:gd name="T28" fmla="*/ 529 w 605"/>
                  <a:gd name="T29" fmla="*/ 197 h 1201"/>
                  <a:gd name="T30" fmla="*/ 409 w 605"/>
                  <a:gd name="T31" fmla="*/ 317 h 1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5" h="1201">
                    <a:moveTo>
                      <a:pt x="409" y="0"/>
                    </a:moveTo>
                    <a:cubicBezTo>
                      <a:pt x="300" y="0"/>
                      <a:pt x="212" y="88"/>
                      <a:pt x="212" y="197"/>
                    </a:cubicBezTo>
                    <a:cubicBezTo>
                      <a:pt x="212" y="220"/>
                      <a:pt x="216" y="243"/>
                      <a:pt x="224" y="264"/>
                    </a:cubicBezTo>
                    <a:cubicBezTo>
                      <a:pt x="0" y="443"/>
                      <a:pt x="0" y="443"/>
                      <a:pt x="0" y="443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77" y="1201"/>
                      <a:pt x="77" y="1201"/>
                      <a:pt x="77" y="1201"/>
                    </a:cubicBezTo>
                    <a:cubicBezTo>
                      <a:pt x="77" y="479"/>
                      <a:pt x="77" y="479"/>
                      <a:pt x="77" y="479"/>
                    </a:cubicBezTo>
                    <a:cubicBezTo>
                      <a:pt x="264" y="330"/>
                      <a:pt x="264" y="330"/>
                      <a:pt x="264" y="330"/>
                    </a:cubicBezTo>
                    <a:cubicBezTo>
                      <a:pt x="300" y="369"/>
                      <a:pt x="351" y="394"/>
                      <a:pt x="409" y="394"/>
                    </a:cubicBezTo>
                    <a:cubicBezTo>
                      <a:pt x="517" y="394"/>
                      <a:pt x="605" y="305"/>
                      <a:pt x="605" y="197"/>
                    </a:cubicBezTo>
                    <a:cubicBezTo>
                      <a:pt x="605" y="88"/>
                      <a:pt x="517" y="0"/>
                      <a:pt x="409" y="0"/>
                    </a:cubicBezTo>
                    <a:close/>
                    <a:moveTo>
                      <a:pt x="409" y="317"/>
                    </a:moveTo>
                    <a:cubicBezTo>
                      <a:pt x="342" y="317"/>
                      <a:pt x="288" y="263"/>
                      <a:pt x="288" y="197"/>
                    </a:cubicBezTo>
                    <a:cubicBezTo>
                      <a:pt x="288" y="130"/>
                      <a:pt x="342" y="76"/>
                      <a:pt x="409" y="76"/>
                    </a:cubicBezTo>
                    <a:cubicBezTo>
                      <a:pt x="475" y="76"/>
                      <a:pt x="529" y="130"/>
                      <a:pt x="529" y="197"/>
                    </a:cubicBezTo>
                    <a:cubicBezTo>
                      <a:pt x="529" y="263"/>
                      <a:pt x="475" y="317"/>
                      <a:pt x="409" y="3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7B8460C3-DF07-EEAA-6C0E-7D8F3CE54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96" y="4253"/>
                <a:ext cx="5434" cy="6072"/>
              </a:xfrm>
              <a:custGeom>
                <a:avLst/>
                <a:gdLst>
                  <a:gd name="T0" fmla="*/ 2506 w 2873"/>
                  <a:gd name="T1" fmla="*/ 367 h 3210"/>
                  <a:gd name="T2" fmla="*/ 1619 w 2873"/>
                  <a:gd name="T3" fmla="*/ 0 h 3210"/>
                  <a:gd name="T4" fmla="*/ 732 w 2873"/>
                  <a:gd name="T5" fmla="*/ 367 h 3210"/>
                  <a:gd name="T6" fmla="*/ 365 w 2873"/>
                  <a:gd name="T7" fmla="*/ 1244 h 3210"/>
                  <a:gd name="T8" fmla="*/ 23 w 2873"/>
                  <a:gd name="T9" fmla="*/ 1876 h 3210"/>
                  <a:gd name="T10" fmla="*/ 23 w 2873"/>
                  <a:gd name="T11" fmla="*/ 1877 h 3210"/>
                  <a:gd name="T12" fmla="*/ 29 w 2873"/>
                  <a:gd name="T13" fmla="*/ 2017 h 3210"/>
                  <a:gd name="T14" fmla="*/ 151 w 2873"/>
                  <a:gd name="T15" fmla="*/ 2085 h 3210"/>
                  <a:gd name="T16" fmla="*/ 365 w 2873"/>
                  <a:gd name="T17" fmla="*/ 2085 h 3210"/>
                  <a:gd name="T18" fmla="*/ 365 w 2873"/>
                  <a:gd name="T19" fmla="*/ 2364 h 3210"/>
                  <a:gd name="T20" fmla="*/ 365 w 2873"/>
                  <a:gd name="T21" fmla="*/ 2364 h 3210"/>
                  <a:gd name="T22" fmla="*/ 436 w 2873"/>
                  <a:gd name="T23" fmla="*/ 2630 h 3210"/>
                  <a:gd name="T24" fmla="*/ 618 w 2873"/>
                  <a:gd name="T25" fmla="*/ 2843 h 3210"/>
                  <a:gd name="T26" fmla="*/ 1105 w 2873"/>
                  <a:gd name="T27" fmla="*/ 3036 h 3210"/>
                  <a:gd name="T28" fmla="*/ 1105 w 2873"/>
                  <a:gd name="T29" fmla="*/ 3210 h 3210"/>
                  <a:gd name="T30" fmla="*/ 1181 w 2873"/>
                  <a:gd name="T31" fmla="*/ 3210 h 3210"/>
                  <a:gd name="T32" fmla="*/ 1181 w 2873"/>
                  <a:gd name="T33" fmla="*/ 2961 h 3210"/>
                  <a:gd name="T34" fmla="*/ 1143 w 2873"/>
                  <a:gd name="T35" fmla="*/ 2961 h 3210"/>
                  <a:gd name="T36" fmla="*/ 666 w 2873"/>
                  <a:gd name="T37" fmla="*/ 2783 h 3210"/>
                  <a:gd name="T38" fmla="*/ 441 w 2873"/>
                  <a:gd name="T39" fmla="*/ 2364 h 3210"/>
                  <a:gd name="T40" fmla="*/ 441 w 2873"/>
                  <a:gd name="T41" fmla="*/ 2364 h 3210"/>
                  <a:gd name="T42" fmla="*/ 441 w 2873"/>
                  <a:gd name="T43" fmla="*/ 2047 h 3210"/>
                  <a:gd name="T44" fmla="*/ 403 w 2873"/>
                  <a:gd name="T45" fmla="*/ 2009 h 3210"/>
                  <a:gd name="T46" fmla="*/ 151 w 2873"/>
                  <a:gd name="T47" fmla="*/ 2009 h 3210"/>
                  <a:gd name="T48" fmla="*/ 94 w 2873"/>
                  <a:gd name="T49" fmla="*/ 1977 h 3210"/>
                  <a:gd name="T50" fmla="*/ 90 w 2873"/>
                  <a:gd name="T51" fmla="*/ 1912 h 3210"/>
                  <a:gd name="T52" fmla="*/ 437 w 2873"/>
                  <a:gd name="T53" fmla="*/ 1272 h 3210"/>
                  <a:gd name="T54" fmla="*/ 441 w 2873"/>
                  <a:gd name="T55" fmla="*/ 1254 h 3210"/>
                  <a:gd name="T56" fmla="*/ 1619 w 2873"/>
                  <a:gd name="T57" fmla="*/ 76 h 3210"/>
                  <a:gd name="T58" fmla="*/ 2797 w 2873"/>
                  <a:gd name="T59" fmla="*/ 1254 h 3210"/>
                  <a:gd name="T60" fmla="*/ 2490 w 2873"/>
                  <a:gd name="T61" fmla="*/ 2047 h 3210"/>
                  <a:gd name="T62" fmla="*/ 2480 w 2873"/>
                  <a:gd name="T63" fmla="*/ 2073 h 3210"/>
                  <a:gd name="T64" fmla="*/ 2480 w 2873"/>
                  <a:gd name="T65" fmla="*/ 3210 h 3210"/>
                  <a:gd name="T66" fmla="*/ 2556 w 2873"/>
                  <a:gd name="T67" fmla="*/ 3210 h 3210"/>
                  <a:gd name="T68" fmla="*/ 2556 w 2873"/>
                  <a:gd name="T69" fmla="*/ 2088 h 3210"/>
                  <a:gd name="T70" fmla="*/ 2873 w 2873"/>
                  <a:gd name="T71" fmla="*/ 1254 h 3210"/>
                  <a:gd name="T72" fmla="*/ 2506 w 2873"/>
                  <a:gd name="T73" fmla="*/ 367 h 3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873" h="3210">
                    <a:moveTo>
                      <a:pt x="2506" y="367"/>
                    </a:moveTo>
                    <a:cubicBezTo>
                      <a:pt x="2269" y="130"/>
                      <a:pt x="1954" y="0"/>
                      <a:pt x="1619" y="0"/>
                    </a:cubicBezTo>
                    <a:cubicBezTo>
                      <a:pt x="1284" y="0"/>
                      <a:pt x="969" y="130"/>
                      <a:pt x="732" y="367"/>
                    </a:cubicBezTo>
                    <a:cubicBezTo>
                      <a:pt x="498" y="602"/>
                      <a:pt x="367" y="913"/>
                      <a:pt x="365" y="1244"/>
                    </a:cubicBezTo>
                    <a:cubicBezTo>
                      <a:pt x="23" y="1876"/>
                      <a:pt x="23" y="1876"/>
                      <a:pt x="23" y="1876"/>
                    </a:cubicBezTo>
                    <a:cubicBezTo>
                      <a:pt x="23" y="1876"/>
                      <a:pt x="23" y="1877"/>
                      <a:pt x="23" y="1877"/>
                    </a:cubicBezTo>
                    <a:cubicBezTo>
                      <a:pt x="0" y="1922"/>
                      <a:pt x="2" y="1974"/>
                      <a:pt x="29" y="2017"/>
                    </a:cubicBezTo>
                    <a:cubicBezTo>
                      <a:pt x="55" y="2060"/>
                      <a:pt x="101" y="2085"/>
                      <a:pt x="151" y="2085"/>
                    </a:cubicBezTo>
                    <a:cubicBezTo>
                      <a:pt x="365" y="2085"/>
                      <a:pt x="365" y="2085"/>
                      <a:pt x="365" y="2085"/>
                    </a:cubicBezTo>
                    <a:cubicBezTo>
                      <a:pt x="365" y="2364"/>
                      <a:pt x="365" y="2364"/>
                      <a:pt x="365" y="2364"/>
                    </a:cubicBezTo>
                    <a:cubicBezTo>
                      <a:pt x="365" y="2364"/>
                      <a:pt x="365" y="2364"/>
                      <a:pt x="365" y="2364"/>
                    </a:cubicBezTo>
                    <a:cubicBezTo>
                      <a:pt x="365" y="2455"/>
                      <a:pt x="389" y="2545"/>
                      <a:pt x="436" y="2630"/>
                    </a:cubicBezTo>
                    <a:cubicBezTo>
                      <a:pt x="480" y="2708"/>
                      <a:pt x="541" y="2780"/>
                      <a:pt x="618" y="2843"/>
                    </a:cubicBezTo>
                    <a:cubicBezTo>
                      <a:pt x="757" y="2956"/>
                      <a:pt x="936" y="3026"/>
                      <a:pt x="1105" y="3036"/>
                    </a:cubicBezTo>
                    <a:cubicBezTo>
                      <a:pt x="1105" y="3210"/>
                      <a:pt x="1105" y="3210"/>
                      <a:pt x="1105" y="3210"/>
                    </a:cubicBezTo>
                    <a:cubicBezTo>
                      <a:pt x="1181" y="3210"/>
                      <a:pt x="1181" y="3210"/>
                      <a:pt x="1181" y="3210"/>
                    </a:cubicBezTo>
                    <a:cubicBezTo>
                      <a:pt x="1181" y="2961"/>
                      <a:pt x="1181" y="2961"/>
                      <a:pt x="1181" y="2961"/>
                    </a:cubicBezTo>
                    <a:cubicBezTo>
                      <a:pt x="1143" y="2961"/>
                      <a:pt x="1143" y="2961"/>
                      <a:pt x="1143" y="2961"/>
                    </a:cubicBezTo>
                    <a:cubicBezTo>
                      <a:pt x="981" y="2961"/>
                      <a:pt x="802" y="2895"/>
                      <a:pt x="666" y="2783"/>
                    </a:cubicBezTo>
                    <a:cubicBezTo>
                      <a:pt x="521" y="2666"/>
                      <a:pt x="441" y="2517"/>
                      <a:pt x="441" y="2364"/>
                    </a:cubicBezTo>
                    <a:cubicBezTo>
                      <a:pt x="441" y="2364"/>
                      <a:pt x="441" y="2364"/>
                      <a:pt x="441" y="2364"/>
                    </a:cubicBezTo>
                    <a:cubicBezTo>
                      <a:pt x="441" y="2047"/>
                      <a:pt x="441" y="2047"/>
                      <a:pt x="441" y="2047"/>
                    </a:cubicBezTo>
                    <a:cubicBezTo>
                      <a:pt x="441" y="2026"/>
                      <a:pt x="424" y="2009"/>
                      <a:pt x="403" y="2009"/>
                    </a:cubicBezTo>
                    <a:cubicBezTo>
                      <a:pt x="151" y="2009"/>
                      <a:pt x="151" y="2009"/>
                      <a:pt x="151" y="2009"/>
                    </a:cubicBezTo>
                    <a:cubicBezTo>
                      <a:pt x="127" y="2009"/>
                      <a:pt x="106" y="1997"/>
                      <a:pt x="94" y="1977"/>
                    </a:cubicBezTo>
                    <a:cubicBezTo>
                      <a:pt x="81" y="1957"/>
                      <a:pt x="80" y="1933"/>
                      <a:pt x="90" y="1912"/>
                    </a:cubicBezTo>
                    <a:cubicBezTo>
                      <a:pt x="437" y="1272"/>
                      <a:pt x="437" y="1272"/>
                      <a:pt x="437" y="1272"/>
                    </a:cubicBezTo>
                    <a:cubicBezTo>
                      <a:pt x="440" y="1267"/>
                      <a:pt x="441" y="1260"/>
                      <a:pt x="441" y="1254"/>
                    </a:cubicBezTo>
                    <a:cubicBezTo>
                      <a:pt x="441" y="605"/>
                      <a:pt x="970" y="76"/>
                      <a:pt x="1619" y="76"/>
                    </a:cubicBezTo>
                    <a:cubicBezTo>
                      <a:pt x="2269" y="76"/>
                      <a:pt x="2797" y="605"/>
                      <a:pt x="2797" y="1254"/>
                    </a:cubicBezTo>
                    <a:cubicBezTo>
                      <a:pt x="2797" y="1548"/>
                      <a:pt x="2688" y="1830"/>
                      <a:pt x="2490" y="2047"/>
                    </a:cubicBezTo>
                    <a:cubicBezTo>
                      <a:pt x="2484" y="2054"/>
                      <a:pt x="2480" y="2063"/>
                      <a:pt x="2480" y="2073"/>
                    </a:cubicBezTo>
                    <a:cubicBezTo>
                      <a:pt x="2480" y="3210"/>
                      <a:pt x="2480" y="3210"/>
                      <a:pt x="2480" y="3210"/>
                    </a:cubicBezTo>
                    <a:cubicBezTo>
                      <a:pt x="2556" y="3210"/>
                      <a:pt x="2556" y="3210"/>
                      <a:pt x="2556" y="3210"/>
                    </a:cubicBezTo>
                    <a:cubicBezTo>
                      <a:pt x="2556" y="2088"/>
                      <a:pt x="2556" y="2088"/>
                      <a:pt x="2556" y="2088"/>
                    </a:cubicBezTo>
                    <a:cubicBezTo>
                      <a:pt x="2761" y="1858"/>
                      <a:pt x="2873" y="1562"/>
                      <a:pt x="2873" y="1254"/>
                    </a:cubicBezTo>
                    <a:cubicBezTo>
                      <a:pt x="2873" y="919"/>
                      <a:pt x="2743" y="604"/>
                      <a:pt x="2506" y="36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uk-UA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IBM Plex Sans"/>
                  <a:ea typeface="+mn-ea"/>
                  <a:cs typeface="+mn-cs"/>
                </a:endParaRPr>
              </a:p>
            </p:txBody>
          </p:sp>
        </p:grpSp>
        <p:pic>
          <p:nvPicPr>
            <p:cNvPr id="12" name="Picture 11" descr="A group of people using laptops&#10;&#10;Description automatically generated">
              <a:extLst>
                <a:ext uri="{FF2B5EF4-FFF2-40B4-BE49-F238E27FC236}">
                  <a16:creationId xmlns:a16="http://schemas.microsoft.com/office/drawing/2014/main" id="{CE1E3EAD-CD89-D4C3-F656-DB3CF66C54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3646" b="4147"/>
            <a:stretch/>
          </p:blipFill>
          <p:spPr>
            <a:xfrm>
              <a:off x="14749847" y="1666875"/>
              <a:ext cx="4998865" cy="5044326"/>
            </a:xfrm>
            <a:prstGeom prst="rect">
              <a:avLst/>
            </a:prstGeom>
          </p:spPr>
        </p:pic>
        <p:pic>
          <p:nvPicPr>
            <p:cNvPr id="13" name="Picture 12" descr="A person wearing glasses and a lanyard&#10;&#10;Description automatically generated">
              <a:extLst>
                <a:ext uri="{FF2B5EF4-FFF2-40B4-BE49-F238E27FC236}">
                  <a16:creationId xmlns:a16="http://schemas.microsoft.com/office/drawing/2014/main" id="{8993B2AB-27BA-285B-936D-B8B136531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46297" y="6710404"/>
              <a:ext cx="2489359" cy="2410785"/>
            </a:xfrm>
            <a:prstGeom prst="rect">
              <a:avLst/>
            </a:prstGeom>
          </p:spPr>
        </p:pic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948DA9FB-7A60-03A2-30BF-33D13765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339310"/>
            <a:ext cx="11092945" cy="11657428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Footer Placeholder 1">
            <a:extLst>
              <a:ext uri="{FF2B5EF4-FFF2-40B4-BE49-F238E27FC236}">
                <a16:creationId xmlns:a16="http://schemas.microsoft.com/office/drawing/2014/main" id="{CEE20336-CC8B-ADA8-185C-AE9487260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184409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marg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4BC1643-59D2-ABAC-0528-D7DF78C1B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margins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993671-0ACB-A41F-EB8D-C4B133D4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413" y="1676400"/>
            <a:ext cx="18289588" cy="4616450"/>
          </a:xfrm>
        </p:spPr>
        <p:txBody>
          <a:bodyPr rIns="457200" anchor="b" anchorCtr="0"/>
          <a:lstStyle>
            <a:lvl1pPr algn="ctr"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F114BFC-17E3-BD51-B7D5-36F2A7EEEC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5668" y="6858000"/>
            <a:ext cx="18297236" cy="5055818"/>
          </a:xfrm>
        </p:spPr>
        <p:txBody>
          <a:bodyPr/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1609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screen imag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2F951-674D-A629-8F1F-8EF9A721B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676400"/>
            <a:ext cx="23226713" cy="4616450"/>
          </a:xfrm>
        </p:spPr>
        <p:txBody>
          <a:bodyPr rIns="457200" anchor="b" anchorCtr="0"/>
          <a:lstStyle>
            <a:lvl1pPr algn="ctr"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5210FE1-708F-5D01-65BE-B09B012659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6858000"/>
            <a:ext cx="23236428" cy="5055818"/>
          </a:xfrm>
        </p:spPr>
        <p:txBody>
          <a:bodyPr/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 algn="ctr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2732D4F4-442B-9B8D-60D6-9CD8D60E6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0392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screen image, big text, bottom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2AC99-2CAD-9FF7-4F8C-C01790911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9" y="320590"/>
            <a:ext cx="17141825" cy="653741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E4FCB43A-01A2-2558-5780-F4751C87B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1"/>
            <a:ext cx="11045825" cy="3424238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598D6CE8-F26C-9046-1DD1-CAFCF16F1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3999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text, cyan+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F3BA29-E81F-2784-6F22-55C9D69D735C}"/>
              </a:ext>
            </a:extLst>
          </p:cNvPr>
          <p:cNvSpPr>
            <a:spLocks/>
          </p:cNvSpPr>
          <p:nvPr userDrawn="1"/>
        </p:nvSpPr>
        <p:spPr bwMode="auto">
          <a:xfrm>
            <a:off x="-1" y="-1"/>
            <a:ext cx="6096001" cy="13716001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199AD-99F5-8A31-D55D-6EA7FE65B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46CC3A1-4537-FC29-D1E2-9858E5E2B3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435535"/>
            <a:ext cx="4948427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9BAF6E-9877-855F-9A5E-2AFA760A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4986006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0039F55-4DA1-0F76-E4F4-FC3FFABD7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7296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text, white+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199AD-99F5-8A31-D55D-6EA7FE65B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46CC3A1-4537-FC29-D1E2-9858E5E2B3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435535"/>
            <a:ext cx="4948427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29BAF6E-9877-855F-9A5E-2AFA760A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4986006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A0039F55-4DA1-0F76-E4F4-FC3FFABD7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BE503C-A69C-5EFC-BA7A-97308B436F87}"/>
              </a:ext>
            </a:extLst>
          </p:cNvPr>
          <p:cNvSpPr/>
          <p:nvPr userDrawn="1"/>
        </p:nvSpPr>
        <p:spPr bwMode="auto">
          <a:xfrm>
            <a:off x="6096000" y="0"/>
            <a:ext cx="18291175" cy="13716001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90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heading,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23266070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872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E1F66A6-2402-265D-0101-B6536490AFAC}"/>
              </a:ext>
            </a:extLst>
          </p:cNvPr>
          <p:cNvSpPr>
            <a:spLocks/>
          </p:cNvSpPr>
          <p:nvPr userDrawn="1"/>
        </p:nvSpPr>
        <p:spPr bwMode="auto">
          <a:xfrm>
            <a:off x="12192000" y="0"/>
            <a:ext cx="12195175" cy="13716001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121920" tIns="121920" rIns="121920" bIns="121920" numCol="1" rtlCol="0" anchor="t" anchorCtr="0" compatLnSpc="1">
            <a:prstTxWarp prst="textNoShape">
              <a:avLst/>
            </a:prstTxWarp>
          </a:bodyPr>
          <a:lstStyle/>
          <a:p>
            <a:pPr defTabSz="1219170" fontAlgn="base">
              <a:spcBef>
                <a:spcPct val="0"/>
              </a:spcBef>
              <a:spcAft>
                <a:spcPct val="0"/>
              </a:spcAft>
            </a:pPr>
            <a:endParaRPr lang="en-US" sz="1867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199AD-99F5-8A31-D55D-6EA7FE65BF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6610E-CC1C-9D9D-DB96-DEDE65B2F0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073" y="2424223"/>
            <a:ext cx="11042840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9EE314B-511F-9A49-0794-209E594425F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2761723" y="2424223"/>
            <a:ext cx="11042840" cy="701749"/>
          </a:xfr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defRPr sz="3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494A4E-96C8-934A-2BEF-CA4D3BB18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5"/>
            <a:ext cx="11086958" cy="984885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5665D22-4DC3-21E1-0450-1EE2C28B9B4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2761913" y="383875"/>
            <a:ext cx="11087100" cy="985838"/>
          </a:xfrm>
          <a:ln>
            <a:noFill/>
          </a:ln>
        </p:spPr>
        <p:txBody>
          <a:bodyPr/>
          <a:lstStyle>
            <a:lvl1pPr>
              <a:defRPr lang="en-US" sz="6400" b="0" i="0" u="none" strike="noStrike" cap="none" spc="0" baseline="0" dirty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AE8B7DB9-996A-C58F-4CBB-E199A8CCE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8589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464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450019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5920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464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450019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592018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F111CE7A-DCC6-C6F9-EFAF-A6237664B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01090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43A9828E-59C5-8F35-8188-B2E56BD7E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378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4CC2ED5C-4106-4DAB-0D25-FB50E33CA41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6096001"/>
            <a:ext cx="12193589" cy="609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11080420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02F5B7-9038-3AE2-621E-A2E9A1929D4A}"/>
              </a:ext>
            </a:extLst>
          </p:cNvPr>
          <p:cNvSpPr/>
          <p:nvPr userDrawn="1"/>
        </p:nvSpPr>
        <p:spPr bwMode="auto">
          <a:xfrm>
            <a:off x="12193587" y="0"/>
            <a:ext cx="6096000" cy="6096000"/>
          </a:xfrm>
          <a:prstGeom prst="rect">
            <a:avLst/>
          </a:prstGeom>
          <a:solidFill>
            <a:srgbClr val="F4F4F4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243840" tIns="243840" rIns="243840" bIns="243840" numCol="1" rtlCol="0" anchor="t" anchorCtr="0" compatLnSpc="1">
            <a:prstTxWarp prst="textNoShape">
              <a:avLst/>
            </a:prstTxWarp>
          </a:bodyPr>
          <a:lstStyle/>
          <a:p>
            <a:pPr defTabSz="2438340" fontAlgn="base">
              <a:spcBef>
                <a:spcPct val="0"/>
              </a:spcBef>
              <a:spcAft>
                <a:spcPct val="0"/>
              </a:spcAft>
            </a:pPr>
            <a:endParaRPr lang="en-US" sz="3734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2CE6B-0DAF-9C00-3396-9CE36E1C1BA0}"/>
              </a:ext>
            </a:extLst>
          </p:cNvPr>
          <p:cNvSpPr/>
          <p:nvPr userDrawn="1"/>
        </p:nvSpPr>
        <p:spPr bwMode="auto">
          <a:xfrm>
            <a:off x="18289587" y="6096000"/>
            <a:ext cx="6096000" cy="6096000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243840" tIns="243840" rIns="243840" bIns="243840" numCol="1" rtlCol="0" anchor="t" anchorCtr="0" compatLnSpc="1">
            <a:prstTxWarp prst="textNoShape">
              <a:avLst/>
            </a:prstTxWarp>
          </a:bodyPr>
          <a:lstStyle/>
          <a:p>
            <a:pPr defTabSz="2438340" fontAlgn="base">
              <a:spcBef>
                <a:spcPct val="0"/>
              </a:spcBef>
              <a:spcAft>
                <a:spcPct val="0"/>
              </a:spcAft>
            </a:pPr>
            <a:endParaRPr lang="en-US" sz="3734" dirty="0">
              <a:solidFill>
                <a:schemeClr val="bg1"/>
              </a:solidFill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858001"/>
            <a:ext cx="4949825" cy="4747846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F6160B3E-5D79-4A62-FCA2-1B484BEE3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7330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11080420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2CE6B-0DAF-9C00-3396-9CE36E1C1BA0}"/>
              </a:ext>
            </a:extLst>
          </p:cNvPr>
          <p:cNvSpPr/>
          <p:nvPr userDrawn="1"/>
        </p:nvSpPr>
        <p:spPr bwMode="auto">
          <a:xfrm>
            <a:off x="12193589" y="5143500"/>
            <a:ext cx="12191998" cy="6907823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243840" tIns="243840" rIns="243840" bIns="243840" numCol="1" rtlCol="0" anchor="t" anchorCtr="0" compatLnSpc="1">
            <a:prstTxWarp prst="textNoShape">
              <a:avLst/>
            </a:prstTxWarp>
          </a:bodyPr>
          <a:lstStyle/>
          <a:p>
            <a:pPr defTabSz="2438340" fontAlgn="base">
              <a:spcBef>
                <a:spcPct val="0"/>
              </a:spcBef>
              <a:spcAft>
                <a:spcPct val="0"/>
              </a:spcAft>
            </a:pPr>
            <a:endParaRPr lang="en-US" sz="3734" dirty="0">
              <a:solidFill>
                <a:schemeClr val="bg1"/>
              </a:solidFill>
            </a:endParaRP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8262" y="6096001"/>
            <a:ext cx="11041063" cy="5509846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E7CC6F1F-41E2-5A91-1CE7-497492742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88333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D84389E-2F2D-9416-2656-943C7107E99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707188" y="5963150"/>
            <a:ext cx="5486400" cy="54864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76203F-C24F-2617-30C6-D86779E1B495}"/>
              </a:ext>
            </a:extLst>
          </p:cNvPr>
          <p:cNvSpPr/>
          <p:nvPr userDrawn="1"/>
        </p:nvSpPr>
        <p:spPr bwMode="auto">
          <a:xfrm>
            <a:off x="12189530" y="5963150"/>
            <a:ext cx="12196058" cy="5486400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243840" tIns="243840" rIns="243840" bIns="243840" numCol="1" rtlCol="0" anchor="t" anchorCtr="0" compatLnSpc="1">
            <a:prstTxWarp prst="textNoShape">
              <a:avLst/>
            </a:prstTxWarp>
          </a:bodyPr>
          <a:lstStyle/>
          <a:p>
            <a:pPr defTabSz="2438340" fontAlgn="base">
              <a:spcBef>
                <a:spcPct val="0"/>
              </a:spcBef>
              <a:spcAft>
                <a:spcPct val="0"/>
              </a:spcAft>
            </a:pPr>
            <a:endParaRPr lang="en-US" sz="3734" dirty="0">
              <a:solidFill>
                <a:schemeClr val="bg1"/>
              </a:solidFill>
            </a:endParaRP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733F7B7-5AD6-1E43-4FD9-3C700AC2C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83874"/>
            <a:ext cx="11080420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CF6371F-3AE6-2B80-8833-B0E2027EB3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8262" y="6787697"/>
            <a:ext cx="11041063" cy="3499303"/>
          </a:xfrm>
        </p:spPr>
        <p:txBody>
          <a:bodyPr/>
          <a:lstStyle>
            <a:lvl1pPr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spcAft>
                <a:spcPts val="3600"/>
              </a:spcAft>
              <a:defRPr sz="36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C378BCC9-F931-23B3-1F50-B47B00613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71982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0905" y="536448"/>
            <a:ext cx="11047390" cy="21457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585292" y="3316224"/>
            <a:ext cx="10998616" cy="86725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2778882" y="3316224"/>
            <a:ext cx="10998436" cy="86725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771544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45028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3F10E8-1499-740D-A8B9-6FBDA00D7B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629" y="915"/>
            <a:ext cx="24385545" cy="13716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71C79-AB58-41C2-341A-C1334DEE53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00618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BDD7D3-630A-E299-9D77-EB2142326C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5" y="916"/>
            <a:ext cx="24386361" cy="13717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71C79-AB58-41C2-341A-C1334DEE53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2684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36ADC-A8A9-6B7A-4C49-489AFC753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7" y="459"/>
            <a:ext cx="24386357" cy="137173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71C79-AB58-41C2-341A-C1334DEE53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884857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1050589" cy="62880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40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4177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24387175" cy="1200150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28" tIns="91428" rIns="91428" bIns="91428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21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1050589" cy="45735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40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64559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1050589" cy="4573588"/>
          </a:xfrm>
        </p:spPr>
        <p:txBody>
          <a:bodyPr/>
          <a:lstStyle>
            <a:lvl1pPr>
              <a:lnSpc>
                <a:spcPct val="100000"/>
              </a:lnSpc>
              <a:defRPr sz="8598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07767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1050589" cy="45735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9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62407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1" y="569914"/>
            <a:ext cx="11049000" cy="12574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0101071" cy="104790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95675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1" y="569914"/>
            <a:ext cx="11049000" cy="12574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0101071" cy="104790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2" y="12526964"/>
            <a:ext cx="1638299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E2E42C-FB15-45A9-B792-BB55DF790B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44287" y="12117697"/>
            <a:ext cx="1074628" cy="103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476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1" y="569914"/>
            <a:ext cx="11049000" cy="12574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4118"/>
            <a:ext cx="10101071" cy="104790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94151" y="12526964"/>
            <a:ext cx="1638299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15D816-BE97-7FD2-CEF7-14CE76C3F8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7849" y="12117697"/>
            <a:ext cx="1074628" cy="103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95337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1" y="569914"/>
            <a:ext cx="11049000" cy="12574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8" y="1419450"/>
            <a:ext cx="10099675" cy="9337676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501090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2" y="12526964"/>
            <a:ext cx="163829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2900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1" y="383874"/>
            <a:ext cx="4956175" cy="4573588"/>
          </a:xfrm>
        </p:spPr>
        <p:txBody>
          <a:bodyPr/>
          <a:lstStyle>
            <a:lvl1pPr>
              <a:lnSpc>
                <a:spcPct val="10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50974" y="469706"/>
            <a:ext cx="4953001" cy="11431588"/>
          </a:xfrm>
        </p:spPr>
        <p:txBody>
          <a:bodyPr/>
          <a:lstStyle>
            <a:lvl1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50150" y="469706"/>
            <a:ext cx="4949824" cy="11431588"/>
          </a:xfrm>
        </p:spPr>
        <p:txBody>
          <a:bodyPr/>
          <a:lstStyle>
            <a:lvl1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05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423313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5" y="383874"/>
            <a:ext cx="11050589" cy="2859088"/>
          </a:xfrm>
        </p:spPr>
        <p:txBody>
          <a:bodyPr rIns="457200"/>
          <a:lstStyle>
            <a:lvl1pPr>
              <a:lnSpc>
                <a:spcPct val="10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10541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90" y="320590"/>
            <a:ext cx="17141826" cy="8191500"/>
          </a:xfrm>
        </p:spPr>
        <p:txBody>
          <a:bodyPr/>
          <a:lstStyle>
            <a:lvl1pPr>
              <a:defRPr sz="17196" b="0" i="0">
                <a:solidFill>
                  <a:schemeClr val="tx2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2582"/>
      </p:ext>
    </p:extLst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4" y="396574"/>
            <a:ext cx="9909174" cy="2859088"/>
          </a:xfrm>
        </p:spPr>
        <p:txBody>
          <a:bodyPr/>
          <a:lstStyle>
            <a:lvl1pPr>
              <a:lnSpc>
                <a:spcPct val="10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29673" y="397952"/>
            <a:ext cx="11042074" cy="85740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1pPr>
            <a:lvl2pPr marL="585098" indent="-585098"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2pPr>
            <a:lvl3pPr marL="1097060" indent="-585098"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3pPr>
            <a:lvl4pPr marL="1755296"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398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223999"/>
      </p:ext>
    </p:extLst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969" y="333290"/>
            <a:ext cx="14662151" cy="97170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156296"/>
      </p:ext>
    </p:extLst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0709" y="9299448"/>
            <a:ext cx="11050589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794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588136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794" b="0" i="0">
                <a:solidFill>
                  <a:schemeClr val="accent1"/>
                </a:solidFill>
                <a:latin typeface="IBM Plex Sans ExtraLigh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463338"/>
            <a:ext cx="7620000" cy="62880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4" y="463338"/>
            <a:ext cx="7623174" cy="62880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8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922843"/>
      </p:ext>
    </p:extLst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66663" y="388904"/>
            <a:ext cx="4949824" cy="1906588"/>
          </a:xfrm>
        </p:spPr>
        <p:txBody>
          <a:bodyPr/>
          <a:lstStyle>
            <a:lvl1pPr>
              <a:lnSpc>
                <a:spcPct val="90000"/>
              </a:lnSpc>
              <a:defRPr sz="12998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757900" y="392077"/>
            <a:ext cx="4949824" cy="1903414"/>
          </a:xfrm>
        </p:spPr>
        <p:txBody>
          <a:bodyPr/>
          <a:lstStyle>
            <a:lvl1pPr>
              <a:lnSpc>
                <a:spcPct val="90000"/>
              </a:lnSpc>
              <a:defRPr sz="12998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1" y="39219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2998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463338"/>
            <a:ext cx="4949824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6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295490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297077"/>
            <a:ext cx="4953001" cy="96668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2295491"/>
            <a:ext cx="4953001" cy="966684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287640"/>
      </p:ext>
    </p:extLst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6" y="6096000"/>
            <a:ext cx="232441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576" y="327354"/>
            <a:ext cx="4949824" cy="5335588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04871" y="327354"/>
            <a:ext cx="11049000" cy="533558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1pPr>
            <a:lvl2pPr marL="786226" indent="-786226"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2pPr>
            <a:lvl3pPr marL="1499316" indent="-786226"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3pPr>
            <a:lvl4pPr marL="2285542" indent="-786226"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576" y="6602260"/>
            <a:ext cx="4949824" cy="5334000"/>
          </a:xfrm>
        </p:spPr>
        <p:txBody>
          <a:bodyPr/>
          <a:lstStyle>
            <a:lvl1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598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871" y="660226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1pPr>
            <a:lvl2pPr marL="786226" indent="-786226"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2pPr>
            <a:lvl3pPr marL="1499316" indent="-786226"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3pPr>
            <a:lvl4pPr marL="2285542" indent="-786226"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5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927051"/>
      </p:ext>
    </p:extLst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5901" y="386428"/>
            <a:ext cx="4951413" cy="2859088"/>
          </a:xfrm>
        </p:spPr>
        <p:txBody>
          <a:bodyPr/>
          <a:lstStyle>
            <a:lvl1pPr>
              <a:lnSpc>
                <a:spcPct val="90000"/>
              </a:lnSpc>
              <a:defRPr sz="12998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463338"/>
            <a:ext cx="4949824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6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463338"/>
            <a:ext cx="7620000" cy="2859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268766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459766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65901" y="416290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29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65902" y="8378285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2998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44681"/>
      </p:ext>
    </p:extLst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4" y="336637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36637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366370"/>
            <a:ext cx="4953001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336637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90488"/>
      </p:ext>
    </p:extLst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36637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366370"/>
            <a:ext cx="4953001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336637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1" y="526142"/>
            <a:ext cx="4956175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36637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3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1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52210"/>
      </p:ext>
    </p:extLst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36637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366370"/>
            <a:ext cx="4953001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336637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1" y="501090"/>
            <a:ext cx="4956175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01090"/>
            <a:ext cx="4953001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01090"/>
            <a:ext cx="4959350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3" y="566928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1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5" y="1280423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078029"/>
      </p:ext>
    </p:extLst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13616"/>
            <a:ext cx="4949824" cy="2097088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4" y="3328792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353844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2" y="3353844"/>
            <a:ext cx="494211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3353844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1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5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1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3" y="566928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1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166188"/>
      </p:ext>
    </p:extLst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22" y="396574"/>
            <a:ext cx="4949824" cy="1141412"/>
          </a:xfrm>
        </p:spPr>
        <p:txBody>
          <a:bodyPr/>
          <a:lstStyle>
            <a:lvl1pPr>
              <a:lnSpc>
                <a:spcPct val="10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341318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1" y="3341318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28400" y="396574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005082"/>
      </p:ext>
    </p:extLst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463338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3316266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3316266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171098"/>
      </p:ext>
    </p:extLst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5" y="396574"/>
            <a:ext cx="11045824" cy="4573588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01090"/>
            <a:ext cx="4953001" cy="11431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499" y="501090"/>
            <a:ext cx="4953001" cy="11431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78147"/>
      </p:ext>
    </p:extLst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45" y="488564"/>
            <a:ext cx="4953001" cy="4573588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494758"/>
            <a:ext cx="4953001" cy="11431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499" y="494758"/>
            <a:ext cx="4953001" cy="11431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41008"/>
      </p:ext>
    </p:extLst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3" y="396574"/>
            <a:ext cx="11039475" cy="4573588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01090"/>
            <a:ext cx="4953001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01090"/>
            <a:ext cx="4959350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366370"/>
            <a:ext cx="4953001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4" y="3366370"/>
            <a:ext cx="4953001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669348"/>
      </p:ext>
    </p:extLst>
  </p:cSld>
  <p:clrMapOvr>
    <a:masterClrMapping/>
  </p:clrMapOvr>
  <p:transition spd="med"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3616"/>
            <a:ext cx="4949826" cy="4573588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13616"/>
            <a:ext cx="4953001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13616"/>
            <a:ext cx="4959350" cy="15255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366370"/>
            <a:ext cx="4953001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366370"/>
            <a:ext cx="4953001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094010"/>
      </p:ext>
    </p:extLst>
  </p:cSld>
  <p:clrMapOvr>
    <a:masterClrMapping/>
  </p:clrMapOvr>
  <p:transition spd="med"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4949824" cy="1141414"/>
          </a:xfrm>
        </p:spPr>
        <p:txBody>
          <a:bodyPr/>
          <a:lstStyle>
            <a:lvl1pPr>
              <a:lnSpc>
                <a:spcPct val="10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341318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366370"/>
            <a:ext cx="4953001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36637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82844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365686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548530" indent="-182844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31052" y="396574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1" y="576073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5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3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1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749055"/>
      </p:ext>
    </p:extLst>
  </p:cSld>
  <p:clrMapOvr>
    <a:masterClrMapping/>
  </p:clrMapOvr>
  <p:transition spd="med"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4" y="2478024"/>
            <a:ext cx="6670674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1" y="8785880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2" y="8782832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256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512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344" indent="-40225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1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874784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687783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12191999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568326" y="6096000"/>
            <a:ext cx="232441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62505"/>
      </p:ext>
    </p:extLst>
  </p:cSld>
  <p:clrMapOvr>
    <a:masterClrMapping/>
  </p:clrMapOvr>
  <p:transition spd="med"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1" y="1569762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01090"/>
            <a:ext cx="4953001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01090"/>
            <a:ext cx="4959350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67708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499" y="6767708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4" y="501090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08566"/>
      </p:ext>
    </p:extLst>
  </p:cSld>
  <p:clrMapOvr>
    <a:masterClrMapping/>
  </p:clrMapOvr>
  <p:transition spd="med"/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673" y="1464418"/>
            <a:ext cx="11044240" cy="2276856"/>
          </a:xfrm>
        </p:spPr>
        <p:txBody>
          <a:bodyPr rIns="457200"/>
          <a:lstStyle>
            <a:lvl1pPr>
              <a:lnSpc>
                <a:spcPct val="11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494758"/>
            <a:ext cx="4953001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494758"/>
            <a:ext cx="4959350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499" y="6780234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4" y="494758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903854"/>
      </p:ext>
    </p:extLst>
  </p:cSld>
  <p:clrMapOvr>
    <a:masterClrMapping/>
  </p:clrMapOvr>
  <p:transition spd="med"/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4" y="526316"/>
            <a:ext cx="4956175" cy="4573588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2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82649"/>
      </p:ext>
    </p:extLst>
  </p:cSld>
  <p:clrMapOvr>
    <a:masterClrMapping/>
  </p:clrMapOvr>
  <p:transition spd="med"/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3" y="396574"/>
            <a:ext cx="11050589" cy="4573588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3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3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2" y="6782093"/>
            <a:ext cx="4949824" cy="534491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93448"/>
      </p:ext>
    </p:extLst>
  </p:cSld>
  <p:clrMapOvr>
    <a:masterClrMapping/>
  </p:clrMapOvr>
  <p:transition spd="med"/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01090"/>
            <a:ext cx="4953001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01090"/>
            <a:ext cx="4959350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780234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499" y="6780234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01090"/>
            <a:ext cx="4953001" cy="514508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0" y="6780234"/>
            <a:ext cx="4953001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22380"/>
      </p:ext>
    </p:extLst>
  </p:cSld>
  <p:clrMapOvr>
    <a:masterClrMapping/>
  </p:clrMapOvr>
  <p:transition spd="med"/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28590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1333500"/>
            <a:ext cx="4953001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1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59287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2" y="7592871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592870"/>
            <a:ext cx="4953001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12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824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236" indent="-21941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3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2" y="576073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2" y="576073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858001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2" y="6858001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2" y="6858001"/>
            <a:ext cx="402336" cy="4032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1" y="6096000"/>
            <a:ext cx="17722849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6096000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18288001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12188953" y="566928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61955"/>
      </p:ext>
    </p:extLst>
  </p:cSld>
  <p:clrMapOvr>
    <a:masterClrMapping/>
  </p:clrMapOvr>
  <p:transition spd="med"/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3" y="396575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398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01090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4" y="501090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4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1" y="6778710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7" y="6096000"/>
            <a:ext cx="232441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18288001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12188953" y="566928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165449"/>
      </p:ext>
    </p:extLst>
  </p:cSld>
  <p:clrMapOvr>
    <a:masterClrMapping/>
  </p:clrMapOvr>
  <p:transition spd="med"/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48" y="463339"/>
            <a:ext cx="4949824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01090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4" y="501090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4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59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780234"/>
            <a:ext cx="4953001" cy="495458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7" y="6096000"/>
            <a:ext cx="232441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18288001" y="569914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12188953" y="566928"/>
            <a:ext cx="0" cy="1143158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212408"/>
      </p:ext>
    </p:extLst>
  </p:cSld>
  <p:clrMapOvr>
    <a:masterClrMapping/>
  </p:clrMapOvr>
  <p:transition spd="med"/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4" y="3341318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341318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1" y="569914"/>
            <a:ext cx="11049000" cy="1257458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768391588"/>
      </p:ext>
    </p:extLst>
  </p:cSld>
  <p:clrMapOvr>
    <a:masterClrMapping/>
  </p:clrMapOvr>
  <p:transition spd="med"/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43161" y="12904629"/>
            <a:ext cx="269339" cy="2462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4" y="3341318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1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431299159"/>
      </p:ext>
    </p:extLst>
  </p:cSld>
  <p:clrMapOvr>
    <a:masterClrMapping/>
  </p:clrMapOvr>
  <p:transition spd="med"/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43161" y="12904629"/>
            <a:ext cx="269339" cy="2462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4" y="3341318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1" y="565153"/>
            <a:ext cx="17151351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163283667"/>
      </p:ext>
    </p:extLst>
  </p:cSld>
  <p:clrMapOvr>
    <a:masterClrMapping/>
  </p:clrMapOvr>
  <p:transition spd="med"/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43161" y="12904629"/>
            <a:ext cx="269339" cy="2462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1260291868"/>
      </p:ext>
    </p:extLst>
  </p:cSld>
  <p:clrMapOvr>
    <a:masterClrMapping/>
  </p:clrMapOvr>
  <p:transition spd="med"/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43161" y="12904629"/>
            <a:ext cx="269339" cy="24622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6" y="569914"/>
            <a:ext cx="23244174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67648647"/>
      </p:ext>
    </p:extLst>
  </p:cSld>
  <p:clrMapOvr>
    <a:masterClrMapping/>
  </p:clrMapOvr>
  <p:transition spd="med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4" y="6121400"/>
            <a:ext cx="2473324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2" y="6046418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4" y="9525000"/>
            <a:ext cx="2473324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2" y="9450020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4" y="2667000"/>
            <a:ext cx="2473324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2" y="2592018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2" y="6121400"/>
            <a:ext cx="2473324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6" y="6046418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2" y="9525000"/>
            <a:ext cx="2473324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6" y="9450020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2" y="2667000"/>
            <a:ext cx="2473324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791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6" y="2592018"/>
            <a:ext cx="5708649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5980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196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7942" indent="-255980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622062"/>
      </p:ext>
    </p:extLst>
  </p:cSld>
  <p:clrMapOvr>
    <a:masterClrMapping/>
  </p:clrMapOvr>
  <p:transition spd="med"/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1090"/>
            <a:ext cx="4949824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4"/>
            <a:ext cx="17145000" cy="11431588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95863"/>
      </p:ext>
    </p:extLst>
  </p:cSld>
  <p:clrMapOvr>
    <a:masterClrMapping/>
  </p:clrMapOvr>
  <p:transition spd="med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7973" y="496956"/>
            <a:ext cx="4956175" cy="285908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499" y="519810"/>
            <a:ext cx="4953001" cy="11431588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964955"/>
      </p:ext>
    </p:extLst>
  </p:cSld>
  <p:clrMapOvr>
    <a:masterClrMapping/>
  </p:clrMapOvr>
  <p:transition spd="med"/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8495" y="484430"/>
            <a:ext cx="4956175" cy="2859088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3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3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499" y="519810"/>
            <a:ext cx="4953001" cy="11431588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5" y="12804776"/>
            <a:ext cx="4956175" cy="381000"/>
          </a:xfrm>
        </p:spPr>
        <p:txBody>
          <a:bodyPr/>
          <a:lstStyle/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19810"/>
            <a:ext cx="4953001" cy="11431588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27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550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824" indent="-14627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3" y="12938839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873083"/>
      </p:ext>
    </p:extLst>
  </p:cSld>
  <p:clrMapOvr>
    <a:masterClrMapping/>
  </p:clrMapOvr>
  <p:transition spd="med"/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2" y="6168461"/>
            <a:ext cx="3456432" cy="137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63290"/>
      </p:ext>
    </p:extLst>
  </p:cSld>
  <p:clrMapOvr>
    <a:masterClrMapping/>
  </p:clrMapOvr>
  <p:transition spd="med"/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0910" y="536448"/>
            <a:ext cx="11047208" cy="1145235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193587" y="0"/>
            <a:ext cx="12193588" cy="13716000"/>
          </a:xfrm>
          <a:prstGeom prst="rect">
            <a:avLst/>
          </a:prstGeom>
          <a:solidFill>
            <a:srgbClr val="E0E0E0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3200" b="0" i="0" dirty="0">
              <a:solidFill>
                <a:schemeClr val="tx1"/>
              </a:solidFill>
              <a:latin typeface="IBM Plex Sans Light" panose="020B0503050203000203" pitchFamily="34" charset="0"/>
              <a:cs typeface="IBM Plex Sans Light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2778880" y="536448"/>
            <a:ext cx="10998616" cy="1145235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Think 2023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61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26" Type="http://schemas.openxmlformats.org/officeDocument/2006/relationships/slideLayout" Target="../slideLayouts/slideLayout113.xml"/><Relationship Id="rId39" Type="http://schemas.openxmlformats.org/officeDocument/2006/relationships/slideLayout" Target="../slideLayouts/slideLayout126.xml"/><Relationship Id="rId21" Type="http://schemas.openxmlformats.org/officeDocument/2006/relationships/slideLayout" Target="../slideLayouts/slideLayout108.xml"/><Relationship Id="rId34" Type="http://schemas.openxmlformats.org/officeDocument/2006/relationships/slideLayout" Target="../slideLayouts/slideLayout121.xml"/><Relationship Id="rId42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34.xml"/><Relationship Id="rId50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111.xml"/><Relationship Id="rId32" Type="http://schemas.openxmlformats.org/officeDocument/2006/relationships/slideLayout" Target="../slideLayouts/slideLayout119.xml"/><Relationship Id="rId37" Type="http://schemas.openxmlformats.org/officeDocument/2006/relationships/slideLayout" Target="../slideLayouts/slideLayout124.xml"/><Relationship Id="rId40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32.xml"/><Relationship Id="rId53" Type="http://schemas.openxmlformats.org/officeDocument/2006/relationships/theme" Target="../theme/theme2.xml"/><Relationship Id="rId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106.xml"/><Relationship Id="rId31" Type="http://schemas.openxmlformats.org/officeDocument/2006/relationships/slideLayout" Target="../slideLayouts/slideLayout118.xml"/><Relationship Id="rId44" Type="http://schemas.openxmlformats.org/officeDocument/2006/relationships/slideLayout" Target="../slideLayouts/slideLayout131.xml"/><Relationship Id="rId52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30" Type="http://schemas.openxmlformats.org/officeDocument/2006/relationships/slideLayout" Target="../slideLayouts/slideLayout117.xml"/><Relationship Id="rId35" Type="http://schemas.openxmlformats.org/officeDocument/2006/relationships/slideLayout" Target="../slideLayouts/slideLayout122.xml"/><Relationship Id="rId43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12.xml"/><Relationship Id="rId33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25.xml"/><Relationship Id="rId46" Type="http://schemas.openxmlformats.org/officeDocument/2006/relationships/slideLayout" Target="../slideLayouts/slideLayout133.xml"/><Relationship Id="rId20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36" Type="http://schemas.openxmlformats.org/officeDocument/2006/relationships/slideLayout" Target="../slideLayouts/slideLayout123.xml"/><Relationship Id="rId49" Type="http://schemas.openxmlformats.org/officeDocument/2006/relationships/slideLayout" Target="../slideLayouts/slideLayout1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488390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14873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</a:t>
            </a:r>
            <a:r>
              <a:rPr lang="en-US" dirty="0" err="1"/>
              <a:t>TechXchange</a:t>
            </a:r>
            <a:r>
              <a:rPr lang="en-US" dirty="0"/>
              <a:t> / © 2023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4014" r:id="rId2"/>
    <p:sldLayoutId id="2147484015" r:id="rId3"/>
    <p:sldLayoutId id="2147484016" r:id="rId4"/>
    <p:sldLayoutId id="2147483967" r:id="rId5"/>
    <p:sldLayoutId id="2147484021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70" r:id="rId12"/>
    <p:sldLayoutId id="2147484026" r:id="rId13"/>
    <p:sldLayoutId id="2147484012" r:id="rId14"/>
    <p:sldLayoutId id="2147484027" r:id="rId15"/>
    <p:sldLayoutId id="2147484028" r:id="rId16"/>
    <p:sldLayoutId id="2147483912" r:id="rId17"/>
    <p:sldLayoutId id="2147483914" r:id="rId18"/>
    <p:sldLayoutId id="2147483968" r:id="rId19"/>
    <p:sldLayoutId id="2147483915" r:id="rId20"/>
    <p:sldLayoutId id="2147483913" r:id="rId21"/>
    <p:sldLayoutId id="2147483930" r:id="rId22"/>
    <p:sldLayoutId id="2147483979" r:id="rId23"/>
    <p:sldLayoutId id="2147483981" r:id="rId24"/>
    <p:sldLayoutId id="2147483982" r:id="rId25"/>
    <p:sldLayoutId id="2147483983" r:id="rId26"/>
    <p:sldLayoutId id="2147483984" r:id="rId27"/>
    <p:sldLayoutId id="2147483985" r:id="rId28"/>
    <p:sldLayoutId id="2147483986" r:id="rId29"/>
    <p:sldLayoutId id="2147483916" r:id="rId30"/>
    <p:sldLayoutId id="2147484013" r:id="rId31"/>
    <p:sldLayoutId id="2147483971" r:id="rId32"/>
    <p:sldLayoutId id="2147483972" r:id="rId33"/>
    <p:sldLayoutId id="2147483953" r:id="rId34"/>
    <p:sldLayoutId id="2147483969" r:id="rId35"/>
    <p:sldLayoutId id="2147483973" r:id="rId36"/>
    <p:sldLayoutId id="2147483974" r:id="rId37"/>
    <p:sldLayoutId id="2147483975" r:id="rId38"/>
    <p:sldLayoutId id="2147483987" r:id="rId39"/>
    <p:sldLayoutId id="2147483978" r:id="rId40"/>
    <p:sldLayoutId id="2147483980" r:id="rId41"/>
    <p:sldLayoutId id="2147483923" r:id="rId42"/>
    <p:sldLayoutId id="2147483977" r:id="rId43"/>
    <p:sldLayoutId id="2147483976" r:id="rId44"/>
    <p:sldLayoutId id="2147484018" r:id="rId45"/>
    <p:sldLayoutId id="2147484020" r:id="rId46"/>
    <p:sldLayoutId id="2147484019" r:id="rId47"/>
    <p:sldLayoutId id="2147484029" r:id="rId48"/>
    <p:sldLayoutId id="2147484030" r:id="rId49"/>
    <p:sldLayoutId id="2147483991" r:id="rId50"/>
    <p:sldLayoutId id="2147483989" r:id="rId51"/>
    <p:sldLayoutId id="2147483992" r:id="rId52"/>
    <p:sldLayoutId id="2147483937" r:id="rId53"/>
    <p:sldLayoutId id="2147483988" r:id="rId54"/>
    <p:sldLayoutId id="2147483934" r:id="rId55"/>
    <p:sldLayoutId id="2147483932" r:id="rId56"/>
    <p:sldLayoutId id="2147483994" r:id="rId57"/>
    <p:sldLayoutId id="2147483993" r:id="rId58"/>
    <p:sldLayoutId id="2147483998" r:id="rId59"/>
    <p:sldLayoutId id="2147483999" r:id="rId60"/>
    <p:sldLayoutId id="2147484003" r:id="rId61"/>
    <p:sldLayoutId id="2147484004" r:id="rId62"/>
    <p:sldLayoutId id="2147484000" r:id="rId63"/>
    <p:sldLayoutId id="2147484001" r:id="rId64"/>
    <p:sldLayoutId id="2147484005" r:id="rId65"/>
    <p:sldLayoutId id="2147484010" r:id="rId66"/>
    <p:sldLayoutId id="2147484031" r:id="rId67"/>
    <p:sldLayoutId id="2147484032" r:id="rId68"/>
    <p:sldLayoutId id="2147484033" r:id="rId69"/>
    <p:sldLayoutId id="2147484034" r:id="rId70"/>
    <p:sldLayoutId id="2147483936" r:id="rId71"/>
    <p:sldLayoutId id="2147483935" r:id="rId72"/>
    <p:sldLayoutId id="2147483997" r:id="rId73"/>
    <p:sldLayoutId id="2147483995" r:id="rId74"/>
    <p:sldLayoutId id="2147484006" r:id="rId75"/>
    <p:sldLayoutId id="2147484022" r:id="rId76"/>
    <p:sldLayoutId id="2147484035" r:id="rId77"/>
    <p:sldLayoutId id="2147484025" r:id="rId78"/>
    <p:sldLayoutId id="2147484024" r:id="rId79"/>
    <p:sldLayoutId id="2147483938" r:id="rId80"/>
    <p:sldLayoutId id="2147483943" r:id="rId81"/>
    <p:sldLayoutId id="2147483965" r:id="rId82"/>
    <p:sldLayoutId id="2147484008" r:id="rId83"/>
    <p:sldLayoutId id="2147484009" r:id="rId84"/>
    <p:sldLayoutId id="2147484011" r:id="rId85"/>
    <p:sldLayoutId id="2147483941" r:id="rId86"/>
    <p:sldLayoutId id="2147484091" r:id="rId8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56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3" y="12939015"/>
            <a:ext cx="270907" cy="24622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3" y="488391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14874"/>
            <a:ext cx="22590125" cy="8669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5" y="12804236"/>
            <a:ext cx="4956175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IBM Think 2023 / © 2023 IBM Corporation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67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  <p:sldLayoutId id="2147484048" r:id="rId12"/>
    <p:sldLayoutId id="2147484049" r:id="rId13"/>
    <p:sldLayoutId id="2147484050" r:id="rId14"/>
    <p:sldLayoutId id="2147484051" r:id="rId15"/>
    <p:sldLayoutId id="2147484052" r:id="rId16"/>
    <p:sldLayoutId id="2147484053" r:id="rId17"/>
    <p:sldLayoutId id="2147484054" r:id="rId18"/>
    <p:sldLayoutId id="2147484055" r:id="rId19"/>
    <p:sldLayoutId id="2147484056" r:id="rId20"/>
    <p:sldLayoutId id="2147484057" r:id="rId21"/>
    <p:sldLayoutId id="2147484058" r:id="rId22"/>
    <p:sldLayoutId id="2147484059" r:id="rId23"/>
    <p:sldLayoutId id="2147484060" r:id="rId24"/>
    <p:sldLayoutId id="2147484061" r:id="rId25"/>
    <p:sldLayoutId id="2147484062" r:id="rId26"/>
    <p:sldLayoutId id="2147484063" r:id="rId27"/>
    <p:sldLayoutId id="2147484064" r:id="rId28"/>
    <p:sldLayoutId id="2147484065" r:id="rId29"/>
    <p:sldLayoutId id="2147484066" r:id="rId30"/>
    <p:sldLayoutId id="2147484067" r:id="rId31"/>
    <p:sldLayoutId id="2147484068" r:id="rId32"/>
    <p:sldLayoutId id="2147484069" r:id="rId33"/>
    <p:sldLayoutId id="2147484070" r:id="rId34"/>
    <p:sldLayoutId id="2147484071" r:id="rId35"/>
    <p:sldLayoutId id="2147484072" r:id="rId36"/>
    <p:sldLayoutId id="2147484073" r:id="rId37"/>
    <p:sldLayoutId id="2147484074" r:id="rId38"/>
    <p:sldLayoutId id="2147484075" r:id="rId39"/>
    <p:sldLayoutId id="2147484076" r:id="rId40"/>
    <p:sldLayoutId id="2147484077" r:id="rId41"/>
    <p:sldLayoutId id="2147484078" r:id="rId42"/>
    <p:sldLayoutId id="2147484079" r:id="rId43"/>
    <p:sldLayoutId id="2147484080" r:id="rId44"/>
    <p:sldLayoutId id="2147484081" r:id="rId45"/>
    <p:sldLayoutId id="2147484082" r:id="rId46"/>
    <p:sldLayoutId id="2147484083" r:id="rId47"/>
    <p:sldLayoutId id="2147484084" r:id="rId48"/>
    <p:sldLayoutId id="2147484085" r:id="rId49"/>
    <p:sldLayoutId id="2147484086" r:id="rId50"/>
    <p:sldLayoutId id="2147484087" r:id="rId51"/>
    <p:sldLayoutId id="2147484089" r:id="rId52"/>
  </p:sldLayoutIdLst>
  <p:transition spd="med"/>
  <p:hf hdr="0" dt="0"/>
  <p:txStyles>
    <p:titleStyle>
      <a:lvl1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496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4994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488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49986" algn="l" defTabSz="2437912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398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18" marR="0" indent="-329118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236" marR="0" indent="-329118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354" marR="0" indent="-329118" algn="l" defTabSz="24379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2772" marR="0" indent="-457108" algn="l" defTabSz="2437912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2692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190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7686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182" marR="0" indent="-388932" algn="l" defTabSz="2437912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22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844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768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690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614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536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460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382" algn="r" defTabSz="1828922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56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1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15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6.xml"/><Relationship Id="rId7" Type="http://schemas.openxmlformats.org/officeDocument/2006/relationships/image" Target="../media/image16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11344300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30.pn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0FCD2C32-F57F-555B-0C30-4011A8222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552" y="4165580"/>
            <a:ext cx="23584936" cy="41417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 sz="8000" dirty="0"/>
              <a:t>Using Fixed-Point Approximations to Accelerate Integer Division</a:t>
            </a:r>
            <a:br>
              <a:rPr lang="en-US" sz="8000" dirty="0"/>
            </a:br>
            <a:endParaRPr lang="en-US" sz="8000" dirty="0"/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CE9EE21-399A-8387-47AC-DCB016097D93}"/>
              </a:ext>
            </a:extLst>
          </p:cNvPr>
          <p:cNvSpPr txBox="1">
            <a:spLocks/>
          </p:cNvSpPr>
          <p:nvPr/>
        </p:nvSpPr>
        <p:spPr>
          <a:xfrm>
            <a:off x="628552" y="7837670"/>
            <a:ext cx="18408490" cy="4423603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b="1" dirty="0"/>
              <a:t>Lucas Dutton (McMaster University)</a:t>
            </a:r>
            <a:endParaRPr lang="en-US" dirty="0"/>
          </a:p>
          <a:p>
            <a:r>
              <a:rPr lang="en-US" dirty="0"/>
              <a:t>with Christopher Anand (McMaster University)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with IBM Collaborators:</a:t>
            </a:r>
          </a:p>
          <a:p>
            <a:r>
              <a:rPr lang="en-US" dirty="0"/>
              <a:t>Robert Enenkel (IBM Toronto)</a:t>
            </a:r>
          </a:p>
          <a:p>
            <a:r>
              <a:rPr lang="en-US" dirty="0"/>
              <a:t>Silvia Melitta M</a:t>
            </a:r>
            <a:r>
              <a:rPr lang="en-CA" dirty="0">
                <a:solidFill>
                  <a:srgbClr val="000000"/>
                </a:solidFill>
              </a:rPr>
              <a:t>ü</a:t>
            </a:r>
            <a:r>
              <a:rPr lang="en-US" dirty="0" err="1"/>
              <a:t>ller</a:t>
            </a:r>
            <a:r>
              <a:rPr lang="en-US" dirty="0"/>
              <a:t> (IBM </a:t>
            </a:r>
            <a:r>
              <a:rPr lang="en-US" dirty="0" err="1"/>
              <a:t>Böblingen</a:t>
            </a:r>
            <a:r>
              <a:rPr lang="en-US" dirty="0"/>
              <a:t>)</a:t>
            </a:r>
          </a:p>
          <a:p>
            <a:r>
              <a:rPr lang="en-US" dirty="0"/>
              <a:t>Curtis D’Alves (IBM Toronto)</a:t>
            </a:r>
          </a:p>
          <a:p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784F05-0124-0C89-20BA-6AE21118C759}"/>
              </a:ext>
            </a:extLst>
          </p:cNvPr>
          <p:cNvSpPr txBox="1"/>
          <p:nvPr/>
        </p:nvSpPr>
        <p:spPr>
          <a:xfrm>
            <a:off x="628552" y="1327409"/>
            <a:ext cx="5396584" cy="1301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buSzPct val="100000"/>
            </a:pPr>
            <a:r>
              <a:rPr lang="en-US" sz="6000" kern="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IBM Plex Sans Light"/>
              </a:rPr>
              <a:t>SONAD 2026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DBA53F-B08C-CE88-8B52-449703E9F212}"/>
              </a:ext>
            </a:extLst>
          </p:cNvPr>
          <p:cNvSpPr txBox="1"/>
          <p:nvPr/>
        </p:nvSpPr>
        <p:spPr>
          <a:xfrm>
            <a:off x="14091138" y="-22742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700A47-43ED-82DE-BE44-EEF9091764E3}"/>
              </a:ext>
            </a:extLst>
          </p:cNvPr>
          <p:cNvSpPr txBox="1"/>
          <p:nvPr/>
        </p:nvSpPr>
        <p:spPr>
          <a:xfrm>
            <a:off x="19613217" y="12523852"/>
            <a:ext cx="2941983" cy="1113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buSzPct val="100000"/>
            </a:pPr>
            <a:r>
              <a:rPr lang="en-US" kern="0" dirty="0">
                <a:solidFill>
                  <a:srgbClr val="000000"/>
                </a:solidFill>
                <a:latin typeface="+mj-lt"/>
                <a:ea typeface="+mj-ea"/>
                <a:cs typeface="+mj-cs"/>
                <a:sym typeface="IBM Plex Sans Light"/>
              </a:rPr>
              <a:t>May 1, 2026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A54F64-5FEE-8CC6-70FA-60BEC49A887A}"/>
              </a:ext>
            </a:extLst>
          </p:cNvPr>
          <p:cNvCxnSpPr>
            <a:cxnSpLocks/>
          </p:cNvCxnSpPr>
          <p:nvPr/>
        </p:nvCxnSpPr>
        <p:spPr bwMode="auto">
          <a:xfrm>
            <a:off x="628552" y="3806306"/>
            <a:ext cx="2320484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63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3A59A44-8419-0C42-3EBD-B8F3C1F50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7200" dirty="0"/>
              <a:t>Elementary Functions</a:t>
            </a:r>
            <a:endParaRPr lang="en-MY" sz="7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2613FB1-31D1-7E6E-5BC4-F8400452B1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6907" y="4286250"/>
            <a:ext cx="6976872" cy="5143499"/>
          </a:xfrm>
        </p:spPr>
        <p:txBody>
          <a:bodyPr/>
          <a:lstStyle/>
          <a:p>
            <a:r>
              <a:rPr lang="en-CA" sz="4800" b="1" dirty="0"/>
              <a:t>Scientific Computation</a:t>
            </a:r>
          </a:p>
          <a:p>
            <a:endParaRPr lang="en-CA" sz="4800" b="1" dirty="0"/>
          </a:p>
          <a:p>
            <a:r>
              <a:rPr lang="en-CA" sz="4800" dirty="0" err="1"/>
              <a:t>Tradeoff</a:t>
            </a:r>
            <a:r>
              <a:rPr lang="en-CA" sz="4800" dirty="0"/>
              <a:t> between</a:t>
            </a:r>
          </a:p>
          <a:p>
            <a:pPr marL="571500" indent="-571500">
              <a:buFontTx/>
              <a:buChar char="-"/>
            </a:pPr>
            <a:r>
              <a:rPr lang="en-CA" sz="4800" dirty="0"/>
              <a:t>Precision + Accuracy</a:t>
            </a:r>
          </a:p>
          <a:p>
            <a:pPr marL="571500" indent="-571500">
              <a:buFontTx/>
              <a:buChar char="-"/>
            </a:pPr>
            <a:r>
              <a:rPr lang="en-CA" sz="4800" dirty="0"/>
              <a:t>Efficiency </a:t>
            </a:r>
          </a:p>
          <a:p>
            <a:pPr marL="571500" indent="-571500">
              <a:buFontTx/>
              <a:buChar char="-"/>
            </a:pPr>
            <a:endParaRPr lang="en-CA" sz="4800" dirty="0"/>
          </a:p>
          <a:p>
            <a:r>
              <a:rPr lang="en-CA" sz="4800" dirty="0"/>
              <a:t>Example: sin/cos</a:t>
            </a:r>
            <a:endParaRPr lang="en-MY" sz="4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AFFEC4-05B8-A2BF-1503-B4B3369B45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05849" y="4286250"/>
            <a:ext cx="6976872" cy="5143499"/>
          </a:xfrm>
        </p:spPr>
        <p:txBody>
          <a:bodyPr/>
          <a:lstStyle/>
          <a:p>
            <a:r>
              <a:rPr lang="en-CA" sz="4800" b="1" dirty="0"/>
              <a:t>ML &amp; AI Applications</a:t>
            </a:r>
          </a:p>
          <a:p>
            <a:endParaRPr lang="en-CA" sz="4800" b="1" dirty="0"/>
          </a:p>
          <a:p>
            <a:pPr marL="571500" indent="-571500">
              <a:buFontTx/>
              <a:buChar char="-"/>
            </a:pPr>
            <a:r>
              <a:rPr lang="en-CA" sz="4800" b="1" dirty="0">
                <a:solidFill>
                  <a:schemeClr val="accent1"/>
                </a:solidFill>
              </a:rPr>
              <a:t>Less</a:t>
            </a:r>
            <a:r>
              <a:rPr lang="en-CA" sz="4800" b="1" dirty="0"/>
              <a:t> </a:t>
            </a:r>
            <a:r>
              <a:rPr lang="en-CA" sz="4800" dirty="0"/>
              <a:t>Precision + Accuracy</a:t>
            </a:r>
          </a:p>
          <a:p>
            <a:pPr marL="571500" indent="-571500">
              <a:buFontTx/>
              <a:buChar char="-"/>
            </a:pPr>
            <a:r>
              <a:rPr lang="en-CA" sz="4800" b="1" dirty="0">
                <a:solidFill>
                  <a:schemeClr val="accent1"/>
                </a:solidFill>
              </a:rPr>
              <a:t>More</a:t>
            </a:r>
            <a:r>
              <a:rPr lang="en-CA" sz="4800" b="1" dirty="0"/>
              <a:t> </a:t>
            </a:r>
            <a:r>
              <a:rPr lang="en-CA" sz="4800" dirty="0"/>
              <a:t>Efficient</a:t>
            </a:r>
          </a:p>
          <a:p>
            <a:pPr marL="571500" indent="-571500">
              <a:buFontTx/>
              <a:buChar char="-"/>
            </a:pPr>
            <a:endParaRPr lang="en-CA" sz="4800" dirty="0"/>
          </a:p>
          <a:p>
            <a:r>
              <a:rPr lang="en-MY" sz="4800" dirty="0"/>
              <a:t>Example: Activation functions (sigmoid)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887B1C-5969-B28B-5DB3-7AC9274224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835628" y="4132119"/>
            <a:ext cx="6976872" cy="7561117"/>
          </a:xfrm>
        </p:spPr>
        <p:txBody>
          <a:bodyPr/>
          <a:lstStyle/>
          <a:p>
            <a:r>
              <a:rPr lang="en-CA" sz="4800" b="1" dirty="0"/>
              <a:t>Database &amp; Cryptographic Kernels</a:t>
            </a:r>
          </a:p>
          <a:p>
            <a:endParaRPr lang="en-CA" sz="4800" b="1" dirty="0"/>
          </a:p>
          <a:p>
            <a:pPr marL="571500" indent="-571500">
              <a:buFontTx/>
              <a:buChar char="-"/>
            </a:pPr>
            <a:r>
              <a:rPr lang="en-CA" sz="4800" b="1" i="1" dirty="0">
                <a:solidFill>
                  <a:srgbClr val="FF0000"/>
                </a:solidFill>
              </a:rPr>
              <a:t>Exact</a:t>
            </a:r>
            <a:r>
              <a:rPr lang="en-CA" sz="4800" i="1" dirty="0"/>
              <a:t> </a:t>
            </a:r>
            <a:r>
              <a:rPr lang="en-CA" sz="4800" dirty="0"/>
              <a:t>Computations</a:t>
            </a:r>
          </a:p>
          <a:p>
            <a:pPr marL="571500" indent="-571500">
              <a:buFontTx/>
              <a:buChar char="-"/>
            </a:pPr>
            <a:r>
              <a:rPr lang="en-MY" sz="4800" dirty="0"/>
              <a:t>Fixed Precision</a:t>
            </a:r>
          </a:p>
          <a:p>
            <a:pPr marL="571500" indent="-571500">
              <a:buFontTx/>
              <a:buChar char="-"/>
            </a:pPr>
            <a:r>
              <a:rPr lang="en-US" sz="4800" dirty="0"/>
              <a:t>Constant-time execution: Cannot use floating-point</a:t>
            </a:r>
          </a:p>
          <a:p>
            <a:endParaRPr lang="en-MY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EF127-5519-22B8-4886-A8FFD5F95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7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13E4570-5F5E-D909-54E4-4A9DAD8F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609" y="1648748"/>
            <a:ext cx="5486399" cy="5335588"/>
          </a:xfrm>
        </p:spPr>
        <p:txBody>
          <a:bodyPr/>
          <a:lstStyle/>
          <a:p>
            <a:r>
              <a:rPr lang="en-CA" dirty="0"/>
              <a:t>SRT</a:t>
            </a:r>
            <a:br>
              <a:rPr lang="en-CA" dirty="0"/>
            </a:br>
            <a:r>
              <a:rPr lang="en-CA" dirty="0"/>
              <a:t>(HW)</a:t>
            </a:r>
            <a:endParaRPr lang="en-MY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257B375-B896-E81E-0815-58803EF35F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7008" y="1522412"/>
            <a:ext cx="17993591" cy="5335588"/>
          </a:xfrm>
        </p:spPr>
        <p:txBody>
          <a:bodyPr/>
          <a:lstStyle/>
          <a:p>
            <a:r>
              <a:rPr lang="en-CA" sz="7200" dirty="0"/>
              <a:t>+ Fast Recurrence</a:t>
            </a:r>
          </a:p>
          <a:p>
            <a:r>
              <a:rPr lang="en-CA" sz="7200" dirty="0"/>
              <a:t>+ Bit-level redundant representation</a:t>
            </a:r>
          </a:p>
          <a:p>
            <a:r>
              <a:rPr lang="en-CA" sz="7200" dirty="0"/>
              <a:t>+ Space-Efficient   </a:t>
            </a:r>
          </a:p>
          <a:p>
            <a:r>
              <a:rPr lang="en-CA" sz="7200" dirty="0"/>
              <a:t>– Linear Convergence</a:t>
            </a:r>
            <a:endParaRPr lang="en-MY" sz="72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4BEA0E3-1CB5-3911-A1FF-D8FDEA8CEC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CA" dirty="0"/>
              <a:t>Newton</a:t>
            </a:r>
          </a:p>
          <a:p>
            <a:r>
              <a:rPr lang="en-CA" dirty="0"/>
              <a:t>Raphson</a:t>
            </a:r>
          </a:p>
          <a:p>
            <a:r>
              <a:rPr lang="en-CA" dirty="0"/>
              <a:t>(HW/SW)</a:t>
            </a:r>
          </a:p>
          <a:p>
            <a:endParaRPr lang="en-CA" dirty="0"/>
          </a:p>
          <a:p>
            <a:endParaRPr lang="en-MY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47AA905-A208-C31F-FA03-AFEDEF4129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57008" y="6679030"/>
            <a:ext cx="13869739" cy="5334000"/>
          </a:xfrm>
        </p:spPr>
        <p:txBody>
          <a:bodyPr/>
          <a:lstStyle/>
          <a:p>
            <a:r>
              <a:rPr lang="en-CA" sz="7200" dirty="0"/>
              <a:t>+ Quadratic Convergence</a:t>
            </a:r>
          </a:p>
          <a:p>
            <a:r>
              <a:rPr lang="en-MY" sz="7200" dirty="0">
                <a:solidFill>
                  <a:schemeClr val="accent6"/>
                </a:solidFill>
              </a:rPr>
              <a:t>-</a:t>
            </a:r>
            <a:r>
              <a:rPr lang="en-MY" sz="7200" dirty="0"/>
              <a:t> </a:t>
            </a:r>
            <a:r>
              <a:rPr lang="en-MY" sz="7200" dirty="0">
                <a:solidFill>
                  <a:schemeClr val="accent6"/>
                </a:solidFill>
              </a:rPr>
              <a:t>Done with Floating-Point?</a:t>
            </a:r>
            <a:endParaRPr lang="en-CA" sz="7200" dirty="0">
              <a:solidFill>
                <a:schemeClr val="accent6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BB25F-2CC3-36D1-02A4-A8E32AFE6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DF3057-A971-0A3A-D3C2-3ADDD5C515F2}"/>
              </a:ext>
            </a:extLst>
          </p:cNvPr>
          <p:cNvSpPr txBox="1"/>
          <p:nvPr/>
        </p:nvSpPr>
        <p:spPr>
          <a:xfrm>
            <a:off x="536575" y="221672"/>
            <a:ext cx="9300151" cy="1067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72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Division Techniques</a:t>
            </a:r>
            <a:endParaRPr lang="en-MY" sz="72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7673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C552-EA0C-BC92-1680-1346F2749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341" y="2043447"/>
            <a:ext cx="10661772" cy="3048000"/>
          </a:xfrm>
        </p:spPr>
        <p:txBody>
          <a:bodyPr/>
          <a:lstStyle/>
          <a:p>
            <a:r>
              <a:rPr lang="en-US" sz="4800" b="1" dirty="0"/>
              <a:t>(1) Multi-Table Lookup + </a:t>
            </a:r>
            <a:r>
              <a:rPr lang="en-US" sz="4800" b="1" dirty="0">
                <a:solidFill>
                  <a:srgbClr val="000000"/>
                </a:solidFill>
              </a:rPr>
              <a:t>Normalization</a:t>
            </a:r>
          </a:p>
          <a:p>
            <a:r>
              <a:rPr lang="en-US" sz="4800" dirty="0">
                <a:solidFill>
                  <a:srgbClr val="000000"/>
                </a:solidFill>
              </a:rPr>
              <a:t>- Converting Integers to Fixed-Point Numbers</a:t>
            </a:r>
          </a:p>
          <a:p>
            <a:r>
              <a:rPr lang="en-US" sz="4800" dirty="0"/>
              <a:t>- ~14 bits of accuracy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616A23-92AD-A6BF-BC58-65B4F9270D8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499" y="2043447"/>
            <a:ext cx="8492987" cy="3048000"/>
          </a:xfrm>
        </p:spPr>
        <p:txBody>
          <a:bodyPr/>
          <a:lstStyle/>
          <a:p>
            <a:pPr lvl="0">
              <a:defRPr/>
            </a:pPr>
            <a:r>
              <a:rPr lang="en-US" sz="4800" b="1" dirty="0">
                <a:solidFill>
                  <a:srgbClr val="000000"/>
                </a:solidFill>
              </a:rPr>
              <a:t>(2) Assembling the Reciprocal</a:t>
            </a:r>
          </a:p>
          <a:p>
            <a:pPr lvl="0">
              <a:defRPr/>
            </a:pPr>
            <a:r>
              <a:rPr lang="en-US" sz="4800" dirty="0">
                <a:solidFill>
                  <a:srgbClr val="000000"/>
                </a:solidFill>
              </a:rPr>
              <a:t>- NR iteration</a:t>
            </a:r>
          </a:p>
          <a:p>
            <a:pPr lvl="0">
              <a:defRPr/>
            </a:pPr>
            <a:r>
              <a:rPr lang="en-US" sz="4800" dirty="0">
                <a:solidFill>
                  <a:srgbClr val="000000"/>
                </a:solidFill>
              </a:rPr>
              <a:t>- 14 bits of accuracy -&gt; ~28 bits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7CD29B-CF17-A33A-5171-B360B71DA4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1" y="8375062"/>
            <a:ext cx="8938989" cy="3048000"/>
          </a:xfrm>
        </p:spPr>
        <p:txBody>
          <a:bodyPr/>
          <a:lstStyle/>
          <a:p>
            <a:pPr lvl="0">
              <a:defRPr/>
            </a:pPr>
            <a:r>
              <a:rPr lang="en-US" sz="4800" b="1" dirty="0">
                <a:solidFill>
                  <a:srgbClr val="000000"/>
                </a:solidFill>
              </a:rPr>
              <a:t>(3) Calculating Quotient</a:t>
            </a:r>
          </a:p>
          <a:p>
            <a:pPr marL="685800" lvl="0" indent="-685800">
              <a:buFontTx/>
              <a:buChar char="-"/>
              <a:defRPr/>
            </a:pPr>
            <a:r>
              <a:rPr lang="en-US" sz="4800" dirty="0">
                <a:solidFill>
                  <a:srgbClr val="000000"/>
                </a:solidFill>
              </a:rPr>
              <a:t>Trial Quotient + Remainder</a:t>
            </a:r>
          </a:p>
          <a:p>
            <a:pPr marL="685800" lvl="0" indent="-685800">
              <a:buFontTx/>
              <a:buChar char="-"/>
              <a:defRPr/>
            </a:pPr>
            <a:r>
              <a:rPr lang="en-US" sz="4800" dirty="0">
                <a:solidFill>
                  <a:srgbClr val="000000"/>
                </a:solidFill>
              </a:rPr>
              <a:t>“Last-bit” Correction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C15849-04CF-C120-008D-8F8D4EE62B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375062"/>
            <a:ext cx="8938989" cy="3048000"/>
          </a:xfrm>
        </p:spPr>
        <p:txBody>
          <a:bodyPr/>
          <a:lstStyle/>
          <a:p>
            <a:pPr marL="0" marR="0" lvl="0" indent="0" algn="l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(4) Implementation + Extensions</a:t>
            </a:r>
          </a:p>
          <a:p>
            <a:pPr marL="685800" marR="0" lvl="0" indent="-685800" algn="l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RISC-V </a:t>
            </a:r>
          </a:p>
          <a:p>
            <a:pPr marL="685800" marR="0" lvl="0" indent="-685800" algn="l" defTabSz="2438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4800" dirty="0">
                <a:solidFill>
                  <a:srgbClr val="000000"/>
                </a:solidFill>
                <a:latin typeface="IBM Plex Sans Light"/>
              </a:rPr>
              <a:t>Other Integer Precisions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j-ea"/>
              <a:cs typeface="+mj-cs"/>
              <a:sym typeface="IBM Plex Sans Light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B924167-E0CC-B5F2-BDFC-582A7FAB8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63B98A-63E0-51EE-3452-1453E3FD651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558" y="329917"/>
            <a:ext cx="12803120" cy="2859088"/>
          </a:xfrm>
        </p:spPr>
        <p:txBody>
          <a:bodyPr/>
          <a:lstStyle/>
          <a:p>
            <a:r>
              <a:rPr lang="en-US" sz="6400" dirty="0"/>
              <a:t>What I’ll Show (32-Bit Int Div)</a:t>
            </a:r>
          </a:p>
        </p:txBody>
      </p:sp>
    </p:spTree>
    <p:extLst>
      <p:ext uri="{BB962C8B-B14F-4D97-AF65-F5344CB8AC3E}">
        <p14:creationId xmlns:p14="http://schemas.microsoft.com/office/powerpoint/2010/main" val="266931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7CD7-14B4-7137-8EC1-7133B2E5B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DCD9F-B65F-FE10-0538-FC8350C11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F892A-8CF8-CB4E-BDE0-480AE8B4CB00}" type="slidenum">
              <a:rPr lang="en-US" smtClean="0"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858F6D-2C5F-D345-6476-67FD7E54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Lookup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CA828-722B-CDE2-2161-C46E78853D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55699" y="3998913"/>
            <a:ext cx="9260510" cy="7446327"/>
          </a:xfrm>
        </p:spPr>
        <p:txBody>
          <a:bodyPr/>
          <a:lstStyle/>
          <a:p>
            <a:pPr marL="571500" indent="-571500">
              <a:buFontTx/>
              <a:buChar char="-"/>
            </a:pPr>
            <a:r>
              <a:rPr lang="en-CA" dirty="0"/>
              <a:t>Quick way of obtaining initial approximation of a function</a:t>
            </a:r>
          </a:p>
          <a:p>
            <a:pPr marL="571500" indent="-571500">
              <a:buFontTx/>
              <a:buChar char="-"/>
            </a:pPr>
            <a:r>
              <a:rPr lang="en-CA" dirty="0"/>
              <a:t>Use most-significant fraction bits of input as index into table</a:t>
            </a:r>
            <a:endParaRPr lang="en-MY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01105D-0943-23B5-619D-201695A47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209" y="1926331"/>
            <a:ext cx="12204690" cy="9518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48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C00C-DAE7-280E-6A5D-57895958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D77AA-A098-19E0-5C95-53E6BC7D92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807725"/>
            <a:ext cx="4948427" cy="820031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T-table</a:t>
            </a:r>
            <a:r>
              <a:rPr lang="en-US" dirty="0"/>
              <a:t>: regularly-spaced fixed-point values of the function interval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DE4251-48E4-8841-21D9-8DAC2234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a “standard”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CC480-8BCB-2C14-1835-F8679BF00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428" y="1890289"/>
            <a:ext cx="12680546" cy="9935423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B7509-B6A0-39EA-E421-87B210D7D4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90" b="9399"/>
          <a:stretch/>
        </p:blipFill>
        <p:spPr>
          <a:xfrm>
            <a:off x="9031506" y="2055782"/>
            <a:ext cx="12348000" cy="6935481"/>
          </a:xfrm>
          <a:prstGeom prst="rect">
            <a:avLst/>
          </a:prstGeom>
        </p:spPr>
      </p:pic>
      <p:pic>
        <p:nvPicPr>
          <p:cNvPr id="6" name="RecipScene_0000_Intro">
            <a:hlinkClick r:id="" action="ppaction://media"/>
            <a:extLst>
              <a:ext uri="{FF2B5EF4-FFF2-40B4-BE49-F238E27FC236}">
                <a16:creationId xmlns:a16="http://schemas.microsoft.com/office/drawing/2014/main" id="{91A254AA-52AA-7D78-5649-052CAE687E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99175" y="183728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6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C00C-DAE7-280E-6A5D-57895958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D77AA-A098-19E0-5C95-53E6BC7D92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807725"/>
            <a:ext cx="4948427" cy="820031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T-table</a:t>
            </a:r>
            <a:r>
              <a:rPr lang="en-US" dirty="0"/>
              <a:t>: regularly-spaced fixed-point values of the function interval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DE4251-48E4-8841-21D9-8DAC2234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a “standard” 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CC480-8BCB-2C14-1835-F8679BF00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428" y="1890289"/>
            <a:ext cx="12680546" cy="9935423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B7509-B6A0-39EA-E421-87B210D7D4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90" b="9399"/>
          <a:stretch/>
        </p:blipFill>
        <p:spPr>
          <a:xfrm>
            <a:off x="9031506" y="2055782"/>
            <a:ext cx="12348000" cy="6935481"/>
          </a:xfrm>
          <a:prstGeom prst="rect">
            <a:avLst/>
          </a:prstGeom>
        </p:spPr>
      </p:pic>
      <p:pic>
        <p:nvPicPr>
          <p:cNvPr id="3" name="RecipScene_0001_t-table animation">
            <a:hlinkClick r:id="" action="ppaction://media"/>
            <a:extLst>
              <a:ext uri="{FF2B5EF4-FFF2-40B4-BE49-F238E27FC236}">
                <a16:creationId xmlns:a16="http://schemas.microsoft.com/office/drawing/2014/main" id="{5A5F1C4E-C452-EA5B-7265-41FADCACAC9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14514" y="1837281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C00C-DAE7-280E-6A5D-57895958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D77AA-A098-19E0-5C95-53E6BC7D92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807725"/>
            <a:ext cx="4948427" cy="820031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S-table</a:t>
            </a:r>
            <a:r>
              <a:rPr lang="en-US" dirty="0"/>
              <a:t>: Linear correction values relative to the T-table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DE4251-48E4-8841-21D9-8DAC2234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</a:t>
            </a:r>
            <a:r>
              <a:rPr lang="en-US" b="1" dirty="0"/>
              <a:t>linear</a:t>
            </a:r>
            <a:r>
              <a:rPr lang="en-US" dirty="0"/>
              <a:t> correction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CC480-8BCB-2C14-1835-F8679BF00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428" y="1890289"/>
            <a:ext cx="12680546" cy="9935423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B7509-B6A0-39EA-E421-87B210D7D4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90" b="9399"/>
          <a:stretch/>
        </p:blipFill>
        <p:spPr>
          <a:xfrm>
            <a:off x="9031506" y="2055782"/>
            <a:ext cx="12348000" cy="6935481"/>
          </a:xfrm>
          <a:prstGeom prst="rect">
            <a:avLst/>
          </a:prstGeom>
        </p:spPr>
      </p:pic>
      <p:pic>
        <p:nvPicPr>
          <p:cNvPr id="3" name="RecipScene_0002_S-Table info">
            <a:hlinkClick r:id="" action="ppaction://media"/>
            <a:extLst>
              <a:ext uri="{FF2B5EF4-FFF2-40B4-BE49-F238E27FC236}">
                <a16:creationId xmlns:a16="http://schemas.microsoft.com/office/drawing/2014/main" id="{77B4F928-5EC1-1AAA-31AE-23B7ECF6980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12427" y="1833768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2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C00C-DAE7-280E-6A5D-57895958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D77AA-A098-19E0-5C95-53E6BC7D92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807725"/>
            <a:ext cx="4948427" cy="820031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S-table</a:t>
            </a:r>
            <a:r>
              <a:rPr lang="en-US" dirty="0"/>
              <a:t>: Linear correction values relative to the T-table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DE4251-48E4-8841-21D9-8DAC2234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</a:t>
            </a:r>
            <a:r>
              <a:rPr lang="en-US" b="1" dirty="0"/>
              <a:t>linear</a:t>
            </a:r>
            <a:r>
              <a:rPr lang="en-US" dirty="0"/>
              <a:t> correction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CC480-8BCB-2C14-1835-F8679BF00B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428" y="1890289"/>
            <a:ext cx="12680546" cy="9935423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B7509-B6A0-39EA-E421-87B210D7D42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90" b="9399"/>
          <a:stretch/>
        </p:blipFill>
        <p:spPr>
          <a:xfrm>
            <a:off x="9031506" y="2055782"/>
            <a:ext cx="12348000" cy="6935481"/>
          </a:xfrm>
          <a:prstGeom prst="rect">
            <a:avLst/>
          </a:prstGeom>
        </p:spPr>
      </p:pic>
      <p:pic>
        <p:nvPicPr>
          <p:cNvPr id="3" name="RecipScene_0003_S-Table animation">
            <a:hlinkClick r:id="" action="ppaction://media"/>
            <a:extLst>
              <a:ext uri="{FF2B5EF4-FFF2-40B4-BE49-F238E27FC236}">
                <a16:creationId xmlns:a16="http://schemas.microsoft.com/office/drawing/2014/main" id="{28BF1105-9E64-2DD5-F51E-4BE604D064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01262" y="1839921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2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744A7-4D9F-3A79-778C-6E28E2F5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EBDE33-F7A8-241E-3FFC-751FE0572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F892A-8CF8-CB4E-BDE0-480AE8B4CB00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AE0CEE-58CD-4A1E-6B7A-512613485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Normalization: Integers -&gt; Fixed-Point</a:t>
            </a:r>
            <a:br>
              <a:rPr lang="en-CA" dirty="0"/>
            </a:br>
            <a:r>
              <a:rPr lang="en-CA" dirty="0"/>
              <a:t>as input to </a:t>
            </a:r>
            <a:r>
              <a:rPr lang="en-CA" dirty="0" err="1"/>
              <a:t>recip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6A5E51-7366-CB7B-9875-E21090FC0C0B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1155699" y="3998913"/>
                <a:ext cx="9260510" cy="7446327"/>
              </a:xfrm>
            </p:spPr>
            <p:txBody>
              <a:bodyPr/>
              <a:lstStyle/>
              <a:p>
                <a:pPr marL="571500" indent="-571500">
                  <a:buFontTx/>
                  <a:buChar char="-"/>
                </a:pPr>
                <a:r>
                  <a:rPr lang="en-CA" dirty="0"/>
                  <a:t>Want to fit denominator</a:t>
                </a:r>
                <a:r>
                  <a:rPr lang="en-CA" b="0" dirty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CA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32.0</m:t>
                        </m:r>
                      </m:sub>
                    </m:sSub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∈[0,2^32)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MY" dirty="0"/>
                  <a:t> </a:t>
                </a:r>
              </a:p>
              <a:p>
                <a:r>
                  <a:rPr lang="en-MY" dirty="0"/>
                  <a:t>   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32.31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</m:oMath>
                </a14:m>
                <a:r>
                  <a:rPr lang="en-MY" dirty="0"/>
                  <a:t> </a:t>
                </a:r>
              </a:p>
              <a:p>
                <a:pPr marL="571500" indent="-571500">
                  <a:buFontTx/>
                  <a:buChar char="-"/>
                </a:pPr>
                <a:r>
                  <a:rPr lang="en-MY" dirty="0"/>
                  <a:t>Method: Shift out all leading zeros to the left</a:t>
                </a:r>
              </a:p>
              <a:p>
                <a:pPr marL="571500" indent="-571500">
                  <a:buFontTx/>
                  <a:buChar char="-"/>
                </a:pPr>
                <a:r>
                  <a:rPr lang="en-MY" dirty="0"/>
                  <a:t>Example:</a:t>
                </a:r>
              </a:p>
              <a:p>
                <a:pPr marL="973836" lvl="1" indent="-571500">
                  <a:buFontTx/>
                  <a:buChar char="-"/>
                </a:pPr>
                <a:r>
                  <a:rPr lang="en-MY" dirty="0"/>
                  <a:t>Integer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MY" dirty="0"/>
                  <a:t> becomes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80000000</m:t>
                    </m:r>
                  </m:oMath>
                </a14:m>
                <a:endParaRPr lang="en-CA" dirty="0"/>
              </a:p>
              <a:p>
                <a:pPr marL="973836" lvl="1" indent="-571500">
                  <a:buFontTx/>
                  <a:buChar char="-"/>
                </a:pPr>
                <a:r>
                  <a:rPr lang="en-MY" dirty="0"/>
                  <a:t>Integer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MY" dirty="0"/>
                  <a:t> also becomes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80000000</m:t>
                    </m:r>
                  </m:oMath>
                </a14:m>
                <a:endParaRPr lang="en-CA" dirty="0"/>
              </a:p>
              <a:p>
                <a:pPr marL="973836" lvl="1" indent="-571500">
                  <a:buFontTx/>
                  <a:buChar char="-"/>
                </a:pPr>
                <a:r>
                  <a:rPr lang="en-MY" dirty="0"/>
                  <a:t>Integer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MY" dirty="0"/>
                  <a:t> becomes </a:t>
                </a:r>
                <a14:m>
                  <m:oMath xmlns:m="http://schemas.openxmlformats.org/officeDocument/2006/math">
                    <m:r>
                      <a:rPr lang="en-MY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𝑥𝑐</m:t>
                    </m:r>
                    <m:r>
                      <a:rPr lang="en-MY" i="1" dirty="0" smtClean="0">
                        <a:latin typeface="Cambria Math" panose="02040503050406030204" pitchFamily="18" charset="0"/>
                      </a:rPr>
                      <m:t>0000000</m:t>
                    </m:r>
                  </m:oMath>
                </a14:m>
                <a:endParaRPr lang="en-MY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6A5E51-7366-CB7B-9875-E21090FC0C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1155699" y="3998913"/>
                <a:ext cx="9260510" cy="7446327"/>
              </a:xfrm>
              <a:blipFill>
                <a:blip r:embed="rId2"/>
                <a:stretch>
                  <a:fillRect l="-3950" t="-3028" r="-158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83348A05-304D-0707-F85A-5A08D0064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6959" y="4360355"/>
            <a:ext cx="11714048" cy="68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9C35FB-437D-B9C9-CF3A-971F06A30EA7}"/>
                  </a:ext>
                </a:extLst>
              </p:cNvPr>
              <p:cNvSpPr txBox="1"/>
              <p:nvPr/>
            </p:nvSpPr>
            <p:spPr>
              <a:xfrm>
                <a:off x="11316959" y="2314705"/>
                <a:ext cx="1298712" cy="646331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32.31</m:t>
                          </m:r>
                        </m:sub>
                      </m:sSub>
                    </m:oMath>
                  </m:oMathPara>
                </a14:m>
                <a:endParaRPr lang="en-MY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99C35FB-437D-B9C9-CF3A-971F06A30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6959" y="2314705"/>
                <a:ext cx="129871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C9B16FE-7DAB-E18C-8817-880435060B63}"/>
              </a:ext>
            </a:extLst>
          </p:cNvPr>
          <p:cNvSpPr txBox="1"/>
          <p:nvPr/>
        </p:nvSpPr>
        <p:spPr>
          <a:xfrm>
            <a:off x="8855229" y="3266253"/>
            <a:ext cx="2660511" cy="440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Precision: 32 bits</a:t>
            </a:r>
            <a:endParaRPr lang="en-MY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DE214-504C-FE17-1292-2D9B52EDEE77}"/>
              </a:ext>
            </a:extLst>
          </p:cNvPr>
          <p:cNvSpPr txBox="1"/>
          <p:nvPr/>
        </p:nvSpPr>
        <p:spPr>
          <a:xfrm>
            <a:off x="12972646" y="3202991"/>
            <a:ext cx="2660511" cy="4409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Fraction: 31 bits</a:t>
            </a:r>
            <a:endParaRPr lang="en-MY" sz="24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DE5A913-A37B-B253-6E88-C087D45CA163}"/>
              </a:ext>
            </a:extLst>
          </p:cNvPr>
          <p:cNvCxnSpPr/>
          <p:nvPr/>
        </p:nvCxnSpPr>
        <p:spPr bwMode="auto">
          <a:xfrm flipV="1">
            <a:off x="11029137" y="2961036"/>
            <a:ext cx="685387" cy="30521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5963E03-C30B-AE0D-47CF-542CC65EECEF}"/>
              </a:ext>
            </a:extLst>
          </p:cNvPr>
          <p:cNvCxnSpPr/>
          <p:nvPr/>
        </p:nvCxnSpPr>
        <p:spPr bwMode="auto">
          <a:xfrm flipH="1" flipV="1">
            <a:off x="12509654" y="2961036"/>
            <a:ext cx="808383" cy="24195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0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A3691A-2FF7-C0A2-F71A-22B5E173F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C839D3-6AF9-6A1A-F7C2-469F8306A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Recip</a:t>
            </a:r>
            <a:r>
              <a:rPr lang="en-CA" dirty="0"/>
              <a:t> Computation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BC30C9-3341-E8BC-13D7-156687A20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30" y="5771765"/>
            <a:ext cx="11285075" cy="5478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9FCAB2-9C0C-7017-F287-F5AC46EFF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048" y="2614381"/>
            <a:ext cx="8313900" cy="988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9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3A25-65B9-BD32-C520-B2DF7F412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AA965E-3D66-F7F1-BC9F-CD8C54F5C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8D45EF-E6CF-D075-072E-B7CA36278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Recip</a:t>
            </a:r>
            <a:r>
              <a:rPr lang="en-CA" dirty="0"/>
              <a:t> Computation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ACF8DF-20D0-122F-74CC-B7EDF6F96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30" y="5771765"/>
            <a:ext cx="11285075" cy="5478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B8126A-98BE-1560-9CFE-3A5CA3A36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048" y="2614381"/>
            <a:ext cx="8313900" cy="98867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D2E399-8126-7EA1-18B5-AFAF41FCB249}"/>
              </a:ext>
            </a:extLst>
          </p:cNvPr>
          <p:cNvSpPr/>
          <p:nvPr/>
        </p:nvSpPr>
        <p:spPr bwMode="auto">
          <a:xfrm>
            <a:off x="11781183" y="7752521"/>
            <a:ext cx="3829878" cy="1046922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AFADE7-2390-DFC0-B3B9-5CED40BA6496}"/>
              </a:ext>
            </a:extLst>
          </p:cNvPr>
          <p:cNvSpPr/>
          <p:nvPr/>
        </p:nvSpPr>
        <p:spPr bwMode="auto">
          <a:xfrm>
            <a:off x="1941443" y="4022033"/>
            <a:ext cx="3929269" cy="1749731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447ED2-2D90-0FFB-24DD-A5A2DFED4B72}"/>
              </a:ext>
            </a:extLst>
          </p:cNvPr>
          <p:cNvCxnSpPr>
            <a:cxnSpLocks/>
          </p:cNvCxnSpPr>
          <p:nvPr/>
        </p:nvCxnSpPr>
        <p:spPr bwMode="auto">
          <a:xfrm flipV="1">
            <a:off x="5870712" y="3091501"/>
            <a:ext cx="4573841" cy="1618336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AD36BD-ECE7-6F67-C69D-CD2D20916EE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093149" y="3953189"/>
            <a:ext cx="2305877" cy="379933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745A9C4-F4AE-91D7-B769-54329AC8B180}"/>
              </a:ext>
            </a:extLst>
          </p:cNvPr>
          <p:cNvSpPr/>
          <p:nvPr/>
        </p:nvSpPr>
        <p:spPr bwMode="auto">
          <a:xfrm>
            <a:off x="10444554" y="1669044"/>
            <a:ext cx="4785876" cy="225287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CA" sz="5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(1) Table Lookups</a:t>
            </a:r>
            <a:endParaRPr kumimoji="0" lang="en-MY" sz="5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304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7AC6-1298-2507-9370-F46784FA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A073BC-78AA-023B-4AD0-4A291FF85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61D088-D64B-12BC-69E9-1F50873A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Recip</a:t>
            </a:r>
            <a:r>
              <a:rPr lang="en-CA" dirty="0"/>
              <a:t> Computation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E742D4-0CFE-5C75-5B72-7BCBF4669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430" y="5771765"/>
            <a:ext cx="11285075" cy="5478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465957-FF4B-24BD-7F7A-BFAB3B610B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6048" y="2614381"/>
            <a:ext cx="8313900" cy="98867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A26147-34A5-FCE9-16C1-90EB3B349540}"/>
              </a:ext>
            </a:extLst>
          </p:cNvPr>
          <p:cNvSpPr/>
          <p:nvPr/>
        </p:nvSpPr>
        <p:spPr bwMode="auto">
          <a:xfrm>
            <a:off x="11781182" y="8799443"/>
            <a:ext cx="6321287" cy="1046922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BE5250-C99C-E7C9-7F79-9BE80C4FC486}"/>
              </a:ext>
            </a:extLst>
          </p:cNvPr>
          <p:cNvSpPr/>
          <p:nvPr/>
        </p:nvSpPr>
        <p:spPr bwMode="auto">
          <a:xfrm>
            <a:off x="3821526" y="6407424"/>
            <a:ext cx="4785875" cy="3597967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39A119-31F0-55A1-6135-DCE02CE20FE1}"/>
              </a:ext>
            </a:extLst>
          </p:cNvPr>
          <p:cNvCxnSpPr>
            <a:cxnSpLocks/>
          </p:cNvCxnSpPr>
          <p:nvPr/>
        </p:nvCxnSpPr>
        <p:spPr bwMode="auto">
          <a:xfrm flipV="1">
            <a:off x="8392818" y="3091501"/>
            <a:ext cx="2263517" cy="3597967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5CF624-D618-F390-5151-27A5249B04E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397949" y="3799210"/>
            <a:ext cx="4121425" cy="500023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25A940B-1F6E-2F70-1839-58BC67D320E0}"/>
              </a:ext>
            </a:extLst>
          </p:cNvPr>
          <p:cNvSpPr/>
          <p:nvPr/>
        </p:nvSpPr>
        <p:spPr bwMode="auto">
          <a:xfrm>
            <a:off x="10444553" y="1669044"/>
            <a:ext cx="10785429" cy="225287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CA" sz="5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(2) Calculate + Subtract Linear Correction</a:t>
            </a:r>
            <a:endParaRPr kumimoji="0" lang="en-MY" sz="5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780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48634-1149-9133-6AC8-728E96BA6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102133-03A9-7209-CBEB-F50ABDB0B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AB4C0C-7B4F-EBCC-CB53-5654D5C6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Recip</a:t>
            </a:r>
            <a:r>
              <a:rPr lang="en-CA" dirty="0"/>
              <a:t> Computation</a:t>
            </a:r>
            <a:endParaRPr lang="en-MY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788DD2-01EA-D15E-0E40-76D7055D6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30" y="5771765"/>
            <a:ext cx="11285075" cy="54783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B4AFFC-CD22-CC58-B978-5AF51AF30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048" y="2614381"/>
            <a:ext cx="8313900" cy="98867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41A87B2-94FA-DF4E-813F-5E901CF0880E}"/>
              </a:ext>
            </a:extLst>
          </p:cNvPr>
          <p:cNvSpPr/>
          <p:nvPr/>
        </p:nvSpPr>
        <p:spPr bwMode="auto">
          <a:xfrm>
            <a:off x="11847503" y="9859908"/>
            <a:ext cx="9051235" cy="1046922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D66798-E6A5-A0FE-0EC0-312A9E7E7A62}"/>
              </a:ext>
            </a:extLst>
          </p:cNvPr>
          <p:cNvSpPr/>
          <p:nvPr/>
        </p:nvSpPr>
        <p:spPr bwMode="auto">
          <a:xfrm>
            <a:off x="3821526" y="10403797"/>
            <a:ext cx="4785875" cy="1692718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513502-3890-926F-49EA-A23B6C345EC4}"/>
              </a:ext>
            </a:extLst>
          </p:cNvPr>
          <p:cNvCxnSpPr>
            <a:cxnSpLocks/>
          </p:cNvCxnSpPr>
          <p:nvPr/>
        </p:nvCxnSpPr>
        <p:spPr bwMode="auto">
          <a:xfrm flipV="1">
            <a:off x="8335617" y="3710609"/>
            <a:ext cx="3609745" cy="66931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3F04B4-F396-3A7B-9C1F-CC21169A3EF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4577391" y="3921914"/>
            <a:ext cx="3936071" cy="5937994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0473F24-16AF-E66D-635A-43FBEE7D30F4}"/>
              </a:ext>
            </a:extLst>
          </p:cNvPr>
          <p:cNvSpPr/>
          <p:nvPr/>
        </p:nvSpPr>
        <p:spPr bwMode="auto">
          <a:xfrm>
            <a:off x="10444554" y="1669044"/>
            <a:ext cx="7527534" cy="225287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r>
              <a:rPr kumimoji="0" lang="en-CA" sz="54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lt"/>
              </a:rPr>
              <a:t>(3) Fixed-Point NR Iteration</a:t>
            </a:r>
            <a:endParaRPr kumimoji="0" lang="en-MY" sz="5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913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D6F3-67A2-6F28-B150-61DAED50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7876F-523F-4339-29C8-9DF871191F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0696DC-250E-FBB3-2079-8B1A9F42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the </a:t>
            </a:r>
            <a:r>
              <a:rPr lang="en-US" b="1" dirty="0"/>
              <a:t>Quotient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8743ED-9877-A46C-7B78-EEB4CEC18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651" y="3807725"/>
            <a:ext cx="12584721" cy="5919563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BEFDE6-3573-233A-C64F-CECA16F6E8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96662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C00C-DAE7-280E-6A5D-57895958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DE4251-48E4-8841-21D9-8DAC2234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the </a:t>
            </a:r>
            <a:r>
              <a:rPr lang="en-US" b="1" dirty="0"/>
              <a:t>Quotient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4264A4-BC60-4993-C904-C38C53E75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7651" y="3807725"/>
            <a:ext cx="12584721" cy="59195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1884263-D5D4-FDF6-B652-ECDDB22597B1}"/>
              </a:ext>
            </a:extLst>
          </p:cNvPr>
          <p:cNvSpPr/>
          <p:nvPr/>
        </p:nvSpPr>
        <p:spPr bwMode="auto">
          <a:xfrm>
            <a:off x="9528372" y="6082748"/>
            <a:ext cx="11974000" cy="1139686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6CEE959-4DD9-7147-33EA-9551756FF54B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266291" y="3807725"/>
                <a:ext cx="5783784" cy="8200310"/>
              </a:xfrm>
            </p:spPr>
            <p:txBody>
              <a:bodyPr/>
              <a:lstStyle/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dirty="0"/>
                  <a:t>We have: </a:t>
                </a:r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</m:oMath>
                </a14:m>
                <a:r>
                  <a:rPr lang="en-US" dirty="0"/>
                  <a:t> the normalized denominator</a:t>
                </a:r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the computed </a:t>
                </a:r>
                <a:r>
                  <a:rPr lang="en-US" dirty="0" err="1"/>
                  <a:t>recip</a:t>
                </a:r>
                <a:r>
                  <a:rPr lang="en-US" dirty="0"/>
                  <a:t> </a:t>
                </a:r>
                <a:r>
                  <a:rPr lang="en-US" dirty="0" err="1"/>
                  <a:t>approx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6CEE959-4DD9-7147-33EA-9551756FF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266291" y="3807725"/>
                <a:ext cx="5783784" cy="8200310"/>
              </a:xfrm>
              <a:blipFill>
                <a:blip r:embed="rId4"/>
                <a:stretch>
                  <a:fillRect t="-1487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27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93F3-0100-3C67-36CB-C653308D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D838DD-1B94-4D29-F972-97A99F6FA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DDD1B19-7FDB-1F72-9FE8-DA268DACEA64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266291" y="3807725"/>
                <a:ext cx="5783784" cy="8200310"/>
              </a:xfrm>
            </p:spPr>
            <p:txBody>
              <a:bodyPr/>
              <a:lstStyle/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dirty="0"/>
                  <a:t>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and numerator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compute:</a:t>
                </a:r>
              </a:p>
              <a:p>
                <a:pPr marL="1229868" lvl="2" indent="-571500">
                  <a:buFont typeface="Arial" panose="020B0604020202020204" pitchFamily="34" charset="0"/>
                  <a:buChar char="•"/>
                </a:pPr>
                <a:r>
                  <a:rPr lang="en-US" dirty="0"/>
                  <a:t>Trial quotient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CA" dirty="0"/>
              </a:p>
              <a:p>
                <a:pPr marL="1229868" lvl="2" indent="-571500">
                  <a:buFont typeface="Arial" panose="020B0604020202020204" pitchFamily="34" charset="0"/>
                  <a:buChar char="•"/>
                </a:pPr>
                <a:r>
                  <a:rPr lang="en-US" dirty="0"/>
                  <a:t>Trial remainder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  <a:p>
                <a:pPr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DDD1B19-7FDB-1F72-9FE8-DA268DACEA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266291" y="3807725"/>
                <a:ext cx="5783784" cy="8200310"/>
              </a:xfrm>
              <a:blipFill>
                <a:blip r:embed="rId3"/>
                <a:stretch>
                  <a:fillRect t="-1487" r="-211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DC73955D-78CF-2886-1A81-0BF19C6A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the </a:t>
            </a:r>
            <a:r>
              <a:rPr lang="en-US" b="1" dirty="0"/>
              <a:t>Quotient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1AAE71-EA65-6FF2-FE85-64BCEB037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651" y="3807725"/>
            <a:ext cx="12584721" cy="591956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D4855C1-BB9C-3FD5-A635-F20583DB656B}"/>
              </a:ext>
            </a:extLst>
          </p:cNvPr>
          <p:cNvSpPr/>
          <p:nvPr/>
        </p:nvSpPr>
        <p:spPr bwMode="auto">
          <a:xfrm>
            <a:off x="9581381" y="6520361"/>
            <a:ext cx="11807628" cy="1788752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9588FE-C53E-FBD9-B8F9-6C5C8E6843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051" y="3960125"/>
            <a:ext cx="12584721" cy="59195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64A1BB-C694-F993-4552-BDAAA1D31250}"/>
              </a:ext>
            </a:extLst>
          </p:cNvPr>
          <p:cNvSpPr/>
          <p:nvPr/>
        </p:nvSpPr>
        <p:spPr bwMode="auto">
          <a:xfrm>
            <a:off x="9604572" y="7338391"/>
            <a:ext cx="11974000" cy="1046922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446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1504-D57B-1BDD-8E14-BA7C2812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4E62F-0B41-95A8-535D-061EE2E57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0686FE2-922E-984A-D9D1-E57D2AA71ED3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266291" y="3807725"/>
                <a:ext cx="5783784" cy="8200310"/>
              </a:xfrm>
            </p:spPr>
            <p:txBody>
              <a:bodyPr/>
              <a:lstStyle/>
              <a:p>
                <a:pPr marL="900684" lvl="1" indent="-5715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dirty="0"/>
                  <a:t> is our </a:t>
                </a:r>
                <a:r>
                  <a:rPr lang="en-US" dirty="0">
                    <a:solidFill>
                      <a:schemeClr val="accent1"/>
                    </a:solidFill>
                  </a:rPr>
                  <a:t>error</a:t>
                </a:r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dirty="0"/>
                  <a:t>Compute a correction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dirty="0"/>
                  <a:t>Add correction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What are the bounds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70686FE2-922E-984A-D9D1-E57D2AA71E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266291" y="3807725"/>
                <a:ext cx="5783784" cy="8200310"/>
              </a:xfrm>
              <a:blipFill>
                <a:blip r:embed="rId3"/>
                <a:stretch>
                  <a:fillRect t="-1487" r="-548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7DC14C97-7C4C-4663-1E7B-7A856B9DC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for the </a:t>
            </a:r>
            <a:r>
              <a:rPr lang="en-US" b="1" dirty="0"/>
              <a:t>Quotient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B6B4E6-D3E4-CA50-E071-8B29B1A0E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051" y="3960125"/>
            <a:ext cx="12584721" cy="59195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3D5BDD-0392-A43D-FE20-6189155D420A}"/>
              </a:ext>
            </a:extLst>
          </p:cNvPr>
          <p:cNvSpPr/>
          <p:nvPr/>
        </p:nvSpPr>
        <p:spPr bwMode="auto">
          <a:xfrm>
            <a:off x="9517516" y="8528064"/>
            <a:ext cx="11974000" cy="1046922"/>
          </a:xfrm>
          <a:prstGeom prst="rect">
            <a:avLst/>
          </a:prstGeom>
          <a:solidFill>
            <a:schemeClr val="accent6">
              <a:alpha val="40000"/>
            </a:schemeClr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MY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426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6856D-B604-90C7-BBF2-7B0A60F3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B2515-A0CD-F5F2-F4E6-7D1933671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BEF892A-8CF8-CB4E-BDE0-480AE8B4CB00}" type="slidenum">
              <a:rPr lang="en-US" smtClean="0"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942B71-D9AE-8967-F2ED-5FD9A1E8F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064611" cy="2859087"/>
          </a:xfrm>
        </p:spPr>
        <p:txBody>
          <a:bodyPr/>
          <a:lstStyle/>
          <a:p>
            <a:r>
              <a:rPr lang="en-US" dirty="0"/>
              <a:t>Outline: Proof of Correctness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12">
                <a:extLst>
                  <a:ext uri="{FF2B5EF4-FFF2-40B4-BE49-F238E27FC236}">
                    <a16:creationId xmlns:a16="http://schemas.microsoft.com/office/drawing/2014/main" id="{5B14E8B9-0DC5-D2D4-D78F-5E5BD281F9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66036" y="2892937"/>
                <a:ext cx="21211576" cy="9034908"/>
              </a:xfrm>
              <a:prstGeom prst="rect">
                <a:avLst/>
              </a:prstGeom>
            </p:spPr>
            <p:txBody>
              <a:bodyPr/>
              <a:lstStyle>
                <a:lvl1pPr marL="0" marR="0" indent="0" algn="l" defTabSz="2438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600" b="0" i="0" u="none" strike="noStrike" cap="none" spc="0" baseline="0">
                    <a:solidFill>
                      <a:schemeClr val="tx1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1pPr>
                <a:lvl2pPr marL="329184" marR="0" indent="-329184" algn="l" defTabSz="2438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Char char="–"/>
                  <a:tabLst/>
                  <a:defRPr sz="3600" b="0" i="0" u="none" strike="noStrike" cap="none" spc="0" baseline="0">
                    <a:solidFill>
                      <a:schemeClr val="tx1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2pPr>
                <a:lvl3pPr marL="658368" marR="0" indent="-329184" algn="l" defTabSz="2438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Char char="•"/>
                  <a:tabLst/>
                  <a:defRPr sz="3600" b="0" i="0" u="none" strike="noStrike" cap="none" spc="0" baseline="0">
                    <a:solidFill>
                      <a:schemeClr val="tx1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3pPr>
                <a:lvl4pPr marL="987552" marR="0" indent="-329184" algn="l" defTabSz="2438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100000"/>
                  <a:buFontTx/>
                  <a:buChar char="–"/>
                  <a:tabLst/>
                  <a:defRPr sz="3600" b="0" i="0" u="none" strike="noStrike" cap="none" spc="0" baseline="0">
                    <a:solidFill>
                      <a:schemeClr val="tx1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4pPr>
                <a:lvl5pPr marL="1143000" marR="0" indent="-457200" algn="l" defTabSz="2438400" rtl="0" eaLnBrk="1" latinLnBrk="0" hangingPunct="1">
                  <a:lnSpc>
                    <a:spcPct val="110000"/>
                  </a:lnSpc>
                  <a:spcBef>
                    <a:spcPts val="2900"/>
                  </a:spcBef>
                  <a:spcAft>
                    <a:spcPts val="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sz="3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5pPr>
                <a:lvl6pPr marL="1843060" marR="0" indent="-389009" algn="l" defTabSz="2438400" rtl="0" eaLnBrk="1" latinLnBrk="0" hangingPunct="1">
                  <a:lnSpc>
                    <a:spcPct val="100000"/>
                  </a:lnSpc>
                  <a:spcBef>
                    <a:spcPts val="2900"/>
                  </a:spcBef>
                  <a:spcAft>
                    <a:spcPts val="0"/>
                  </a:spcAft>
                  <a:buClrTx/>
                  <a:buSzPct val="100000"/>
                  <a:buFontTx/>
                  <a:buChar char="»"/>
                  <a:tabLst/>
                  <a:defRPr sz="3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6pPr>
                <a:lvl7pPr marL="2205631" marR="0" indent="-389009" algn="l" defTabSz="2438400" rtl="0" eaLnBrk="1" latinLnBrk="0" hangingPunct="1">
                  <a:lnSpc>
                    <a:spcPct val="100000"/>
                  </a:lnSpc>
                  <a:spcBef>
                    <a:spcPts val="2900"/>
                  </a:spcBef>
                  <a:spcAft>
                    <a:spcPts val="0"/>
                  </a:spcAft>
                  <a:buClrTx/>
                  <a:buSzPct val="100000"/>
                  <a:buFontTx/>
                  <a:buChar char="»"/>
                  <a:tabLst/>
                  <a:defRPr sz="3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7pPr>
                <a:lvl8pPr marL="2568200" marR="0" indent="-389009" algn="l" defTabSz="2438400" rtl="0" eaLnBrk="1" latinLnBrk="0" hangingPunct="1">
                  <a:lnSpc>
                    <a:spcPct val="100000"/>
                  </a:lnSpc>
                  <a:spcBef>
                    <a:spcPts val="2900"/>
                  </a:spcBef>
                  <a:spcAft>
                    <a:spcPts val="0"/>
                  </a:spcAft>
                  <a:buClrTx/>
                  <a:buSzPct val="100000"/>
                  <a:buFontTx/>
                  <a:buChar char="»"/>
                  <a:tabLst/>
                  <a:defRPr sz="3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8pPr>
                <a:lvl9pPr marL="2930769" marR="0" indent="-389009" algn="l" defTabSz="2438400" rtl="0" eaLnBrk="1" latinLnBrk="0" hangingPunct="1">
                  <a:lnSpc>
                    <a:spcPct val="100000"/>
                  </a:lnSpc>
                  <a:spcBef>
                    <a:spcPts val="2900"/>
                  </a:spcBef>
                  <a:spcAft>
                    <a:spcPts val="0"/>
                  </a:spcAft>
                  <a:buClrTx/>
                  <a:buSzPct val="100000"/>
                  <a:buFontTx/>
                  <a:buChar char="»"/>
                  <a:tabLst/>
                  <a:defRPr sz="36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IBM Plex Sans Light"/>
                  </a:defRPr>
                </a:lvl9pPr>
              </a:lstStyle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800" kern="0" dirty="0"/>
                  <a:t>Initial 16-bit table approximation: Bounds obtainable through </a:t>
                </a:r>
                <a:r>
                  <a:rPr lang="en-US" sz="4800" kern="0" dirty="0">
                    <a:solidFill>
                      <a:schemeClr val="accent1"/>
                    </a:solidFill>
                  </a:rPr>
                  <a:t>exhaustive testing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800" kern="0" dirty="0"/>
                  <a:t>32-bit Reciprocal approximation: Also can be </a:t>
                </a:r>
                <a:r>
                  <a:rPr lang="en-US" sz="4800" kern="0" dirty="0">
                    <a:solidFill>
                      <a:schemeClr val="accent1"/>
                    </a:solidFill>
                  </a:rPr>
                  <a:t>exhaustively tested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800" kern="0" dirty="0"/>
                  <a:t>Full div bounds: </a:t>
                </a:r>
                <a:r>
                  <a:rPr lang="en-US" sz="4800" kern="0" dirty="0">
                    <a:solidFill>
                      <a:schemeClr val="accent6">
                        <a:lumMod val="75000"/>
                      </a:schemeClr>
                    </a:solidFill>
                  </a:rPr>
                  <a:t>Cannot be exhaustively tested</a:t>
                </a:r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sz="4800" kern="0" dirty="0"/>
                  <a:t>Except for an important subset: Large numerator </a:t>
                </a:r>
                <a14:m>
                  <m:oMath xmlns:m="http://schemas.openxmlformats.org/officeDocument/2006/math">
                    <m:r>
                      <a:rPr lang="en-CA" sz="4800" b="0" i="1" kern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4800" b="0" i="1" kern="0" dirty="0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4800" b="0" i="1" kern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i="1" kern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800" i="1" kern="0" dirty="0" smtClean="0">
                            <a:latin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lang="en-US" sz="4800" kern="0" dirty="0"/>
                  <a:t> and small denominator </a:t>
                </a:r>
                <a14:m>
                  <m:oMath xmlns:m="http://schemas.openxmlformats.org/officeDocument/2006/math">
                    <m:r>
                      <a:rPr lang="en-US" sz="4800" i="1" kern="0" dirty="0" smtClean="0">
                        <a:latin typeface="Cambria Math" panose="02040503050406030204" pitchFamily="18" charset="0"/>
                      </a:rPr>
                      <m:t>2 ≤</m:t>
                    </m:r>
                    <m:r>
                      <a:rPr lang="en-US" sz="4800" i="1" kern="0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800" i="1" kern="0" dirty="0" smtClean="0">
                        <a:latin typeface="Cambria Math" panose="02040503050406030204" pitchFamily="18" charset="0"/>
                      </a:rPr>
                      <m:t> ≤3</m:t>
                    </m:r>
                  </m:oMath>
                </a14:m>
                <a:endParaRPr lang="en-US" sz="4800" kern="0" dirty="0"/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sz="4800" kern="0" dirty="0"/>
                  <a:t>Other cases: Prove analytically!</a:t>
                </a:r>
              </a:p>
              <a:p>
                <a:pPr marL="900684" lvl="1" indent="-571500">
                  <a:buFont typeface="Arial" panose="020B0604020202020204" pitchFamily="34" charset="0"/>
                  <a:buChar char="•"/>
                </a:pPr>
                <a:r>
                  <a:rPr lang="en-US" sz="4800" kern="0" dirty="0"/>
                  <a:t>Gives us the correction factor </a:t>
                </a:r>
                <a14:m>
                  <m:oMath xmlns:m="http://schemas.openxmlformats.org/officeDocument/2006/math">
                    <m:r>
                      <a:rPr lang="en-US" sz="4800" i="1" kern="0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4800" kern="0" dirty="0"/>
                  <a:t> from previous slide</a:t>
                </a:r>
              </a:p>
            </p:txBody>
          </p:sp>
        </mc:Choice>
        <mc:Fallback xmlns="">
          <p:sp>
            <p:nvSpPr>
              <p:cNvPr id="7" name="Text Placeholder 12">
                <a:extLst>
                  <a:ext uri="{FF2B5EF4-FFF2-40B4-BE49-F238E27FC236}">
                    <a16:creationId xmlns:a16="http://schemas.microsoft.com/office/drawing/2014/main" id="{5B14E8B9-0DC5-D2D4-D78F-5E5BD281F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36" y="2892937"/>
                <a:ext cx="21211576" cy="9034908"/>
              </a:xfrm>
              <a:prstGeom prst="rect">
                <a:avLst/>
              </a:prstGeom>
              <a:blipFill>
                <a:blip r:embed="rId3"/>
                <a:stretch>
                  <a:fillRect l="-1178" t="-1215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A50D8B3-66AA-CFED-8F8C-F8FF1F41F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624" y="9649202"/>
            <a:ext cx="8072764" cy="164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72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0FDD88-2F10-2812-D6C7-7EDCC5908C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83757" y="2782957"/>
            <a:ext cx="13477231" cy="4426227"/>
          </a:xfrm>
        </p:spPr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32 vector registers, </a:t>
            </a:r>
            <a:r>
              <a:rPr lang="en-US" sz="4800" dirty="0">
                <a:solidFill>
                  <a:srgbClr val="FF0000"/>
                </a:solidFill>
              </a:rPr>
              <a:t>VLEN-bit</a:t>
            </a:r>
            <a:r>
              <a:rPr lang="en-US" sz="4800" dirty="0"/>
              <a:t> wide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800" dirty="0"/>
              <a:t>Global parameters:</a:t>
            </a:r>
          </a:p>
          <a:p>
            <a:pPr marL="1271016" lvl="1" indent="-685800"/>
            <a:r>
              <a:rPr lang="en-MY" sz="4800" b="1" dirty="0" err="1">
                <a:solidFill>
                  <a:schemeClr val="accent1"/>
                </a:solidFill>
              </a:rPr>
              <a:t>vl</a:t>
            </a:r>
            <a:r>
              <a:rPr lang="en-MY" sz="4800" b="1" dirty="0"/>
              <a:t>: </a:t>
            </a:r>
            <a:r>
              <a:rPr lang="en-MY" sz="4800" dirty="0"/>
              <a:t>#elements per vector op</a:t>
            </a:r>
          </a:p>
          <a:p>
            <a:pPr marL="1271016" lvl="1" indent="-685800"/>
            <a:r>
              <a:rPr lang="en-MY" sz="4800" b="1" dirty="0"/>
              <a:t>SEW (Selected Element Width):</a:t>
            </a:r>
            <a:r>
              <a:rPr lang="en-MY" sz="4800" dirty="0"/>
              <a:t> size of input/output elements </a:t>
            </a:r>
          </a:p>
          <a:p>
            <a:pPr marL="1271016" lvl="1" indent="-685800"/>
            <a:r>
              <a:rPr lang="en-MY" sz="4800" b="1" dirty="0"/>
              <a:t>LMUL: </a:t>
            </a:r>
            <a:r>
              <a:rPr lang="en-MY" sz="4800" dirty="0"/>
              <a:t>Group Multiplier; size of vector group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MY" sz="4800" b="1" dirty="0"/>
              <a:t>VLMAX = LMUL * </a:t>
            </a:r>
            <a:r>
              <a:rPr lang="en-MY" sz="4800" b="1" dirty="0">
                <a:solidFill>
                  <a:srgbClr val="FF0000"/>
                </a:solidFill>
              </a:rPr>
              <a:t>VLEN</a:t>
            </a:r>
            <a:r>
              <a:rPr lang="en-MY" sz="4800" b="1" dirty="0"/>
              <a:t> / SEW </a:t>
            </a:r>
            <a:r>
              <a:rPr lang="en-MY" sz="4800" dirty="0"/>
              <a:t>(limit of </a:t>
            </a:r>
            <a:r>
              <a:rPr lang="en-MY" sz="4800" dirty="0" err="1">
                <a:solidFill>
                  <a:schemeClr val="accent1"/>
                </a:solidFill>
              </a:rPr>
              <a:t>vl</a:t>
            </a:r>
            <a:r>
              <a:rPr lang="en-MY" sz="4800" dirty="0"/>
              <a:t>)</a:t>
            </a:r>
            <a:endParaRPr lang="en-MY" sz="4800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203713-655B-D3D0-2AB5-9761C8A01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B28E96-C6FF-D9F3-CCD9-F4736305B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14052149" cy="2859087"/>
          </a:xfrm>
        </p:spPr>
        <p:txBody>
          <a:bodyPr/>
          <a:lstStyle/>
          <a:p>
            <a:r>
              <a:rPr lang="en-US" dirty="0"/>
              <a:t>RISC-V ISA + Vector Extension</a:t>
            </a:r>
            <a:endParaRPr lang="en-MY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DF5961-E8A3-4709-9F49-0FE5ECE27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211" y="3748353"/>
            <a:ext cx="6809098" cy="295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35E9CB-770E-94B2-4598-B53405D3A0D8}"/>
              </a:ext>
            </a:extLst>
          </p:cNvPr>
          <p:cNvCxnSpPr>
            <a:cxnSpLocks/>
          </p:cNvCxnSpPr>
          <p:nvPr/>
        </p:nvCxnSpPr>
        <p:spPr bwMode="auto">
          <a:xfrm flipH="1">
            <a:off x="17082052" y="1696278"/>
            <a:ext cx="1537252" cy="108667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20E346E-8E8A-8BD2-CB99-83DD30EFD5F4}"/>
              </a:ext>
            </a:extLst>
          </p:cNvPr>
          <p:cNvSpPr txBox="1"/>
          <p:nvPr/>
        </p:nvSpPr>
        <p:spPr>
          <a:xfrm>
            <a:off x="17082052" y="1139686"/>
            <a:ext cx="2782956" cy="1179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Implementation parameter</a:t>
            </a:r>
            <a:endParaRPr lang="en-MY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1DF4A4-70F2-520A-259E-F6DB80E42C36}"/>
              </a:ext>
            </a:extLst>
          </p:cNvPr>
          <p:cNvSpPr txBox="1"/>
          <p:nvPr/>
        </p:nvSpPr>
        <p:spPr>
          <a:xfrm>
            <a:off x="2226366" y="8512613"/>
            <a:ext cx="14730552" cy="442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b="1" dirty="0">
                <a:sym typeface="IBM Plex Sans Light"/>
              </a:rPr>
              <a:t>Example: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b="1" dirty="0">
                <a:sym typeface="IBM Plex Sans Light"/>
              </a:rPr>
              <a:t>VLEN=128, </a:t>
            </a:r>
            <a:r>
              <a:rPr lang="en-MY" b="1" dirty="0"/>
              <a:t>LMUL=2, </a:t>
            </a:r>
            <a:r>
              <a:rPr lang="en-US" b="1" dirty="0" err="1">
                <a:solidFill>
                  <a:schemeClr val="accent1"/>
                </a:solidFill>
                <a:sym typeface="IBM Plex Sans Light"/>
              </a:rPr>
              <a:t>vl</a:t>
            </a:r>
            <a:r>
              <a:rPr lang="en-US" b="1" dirty="0">
                <a:sym typeface="IBM Plex Sans Light"/>
              </a:rPr>
              <a:t>=7, SEW=32b: </a:t>
            </a:r>
            <a:r>
              <a:rPr lang="en-US" dirty="0">
                <a:sym typeface="IBM Plex Sans Light"/>
              </a:rPr>
              <a:t>A </a:t>
            </a:r>
            <a:r>
              <a:rPr lang="en-US" dirty="0" err="1">
                <a:sym typeface="IBM Plex Sans Light"/>
              </a:rPr>
              <a:t>vadd.vv</a:t>
            </a:r>
            <a:r>
              <a:rPr lang="en-US" dirty="0">
                <a:sym typeface="IBM Plex Sans Light"/>
              </a:rPr>
              <a:t> op performs 32-bit integer add on 7 element vectors</a:t>
            </a:r>
            <a:endParaRPr lang="en-MY" b="1" dirty="0">
              <a:sym typeface="IBM Plex Sans Ligh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7A09AF5-97C0-F32D-3BB5-DBC7EE813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273" y="9973761"/>
            <a:ext cx="6185935" cy="3461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15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2F0B-4F5F-3997-9978-6DA93523E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CB324-346D-B929-B48E-AFC899B94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2B4C95-783D-39D9-10E4-28046497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93" y="383874"/>
            <a:ext cx="21033034" cy="2859087"/>
          </a:xfrm>
        </p:spPr>
        <p:txBody>
          <a:bodyPr/>
          <a:lstStyle/>
          <a:p>
            <a:r>
              <a:rPr lang="en-US" dirty="0"/>
              <a:t>RISC-V Implementation </a:t>
            </a:r>
            <a:r>
              <a:rPr lang="en-US" sz="6600" dirty="0">
                <a:solidFill>
                  <a:srgbClr val="000000"/>
                </a:solidFill>
                <a:sym typeface="IBM Plex Sans"/>
              </a:rPr>
              <a:t>(Constant time for Crypto)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1F49DC-E397-F2B2-205F-A137EC2003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0970828"/>
              </p:ext>
            </p:extLst>
          </p:nvPr>
        </p:nvGraphicFramePr>
        <p:xfrm>
          <a:off x="1587021" y="2933074"/>
          <a:ext cx="19665852" cy="3371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5637">
                  <a:extLst>
                    <a:ext uri="{9D8B030D-6E8A-4147-A177-3AD203B41FA5}">
                      <a16:colId xmlns:a16="http://schemas.microsoft.com/office/drawing/2014/main" val="2263625543"/>
                    </a:ext>
                  </a:extLst>
                </a:gridCol>
                <a:gridCol w="9850215">
                  <a:extLst>
                    <a:ext uri="{9D8B030D-6E8A-4147-A177-3AD203B41FA5}">
                      <a16:colId xmlns:a16="http://schemas.microsoft.com/office/drawing/2014/main" val="3641785494"/>
                    </a:ext>
                  </a:extLst>
                </a:gridCol>
              </a:tblGrid>
              <a:tr h="88646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Medium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Procedure</a:t>
                      </a:r>
                    </a:p>
                  </a:txBody>
                  <a:tcPr marL="110808" marR="110808" marT="221615" marB="2216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Medium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# SIMD Instructions</a:t>
                      </a:r>
                    </a:p>
                  </a:txBody>
                  <a:tcPr marL="110808" marR="110808" marT="221615" marB="2216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67120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Roboto Mono for Powerline" pitchFamily="2" charset="0"/>
                          <a:ea typeface="Roboto Mono for Powerline" pitchFamily="2" charset="0"/>
                          <a:cs typeface="+mn-cs"/>
                          <a:sym typeface="IBM Plex Sans"/>
                        </a:rPr>
                        <a:t>Recip</a:t>
                      </a:r>
                      <a:r>
                        <a:rPr lang="en-US" sz="4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Roboto Mono for Powerline" pitchFamily="2" charset="0"/>
                          <a:ea typeface="Roboto Mono for Powerline" pitchFamily="2" charset="0"/>
                          <a:cs typeface="+mn-cs"/>
                          <a:sym typeface="IBM Plex Sans"/>
                        </a:rPr>
                        <a:t>: Approx</a:t>
                      </a:r>
                    </a:p>
                  </a:txBody>
                  <a:tcPr marL="110808" marR="110808" marT="221615" marB="2216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25</a:t>
                      </a:r>
                    </a:p>
                  </a:txBody>
                  <a:tcPr marL="110808" marR="110808" marT="221615" marB="2216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64638"/>
                  </a:ext>
                </a:extLst>
              </a:tr>
              <a:tr h="88646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Roboto Mono for Powerline" pitchFamily="2" charset="0"/>
                          <a:ea typeface="Roboto Mono for Powerline" pitchFamily="2" charset="0"/>
                          <a:cs typeface="+mn-cs"/>
                          <a:sym typeface="IBM Plex Sans"/>
                        </a:rPr>
                        <a:t>Div: Correction procedure</a:t>
                      </a:r>
                    </a:p>
                  </a:txBody>
                  <a:tcPr marL="110808" marR="110808" marT="221615" marB="2216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  <a:sym typeface="IBM Plex Sans"/>
                        </a:rPr>
                        <a:t>18</a:t>
                      </a:r>
                    </a:p>
                  </a:txBody>
                  <a:tcPr marL="110808" marR="110808" marT="221615" marB="22161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3166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315B33A-35BD-F1EF-D35C-5D3B2DD1E83C}"/>
              </a:ext>
            </a:extLst>
          </p:cNvPr>
          <p:cNvSpPr txBox="1"/>
          <p:nvPr/>
        </p:nvSpPr>
        <p:spPr>
          <a:xfrm>
            <a:off x="1787856" y="9089409"/>
            <a:ext cx="20703653" cy="3070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CA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F89A9-833A-3860-C969-B509B1F122D7}"/>
              </a:ext>
            </a:extLst>
          </p:cNvPr>
          <p:cNvSpPr txBox="1"/>
          <p:nvPr/>
        </p:nvSpPr>
        <p:spPr>
          <a:xfrm>
            <a:off x="1587021" y="7255248"/>
            <a:ext cx="19853612" cy="524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569216" indent="-5715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Implemented in C using </a:t>
            </a:r>
            <a:r>
              <a:rPr lang="en-CA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RVV intrinsics</a:t>
            </a:r>
          </a:p>
          <a:p>
            <a:pPr marL="1483904" lvl="1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Operations done with max group size (EMUL m8) for highest throughput.</a:t>
            </a:r>
          </a:p>
          <a:p>
            <a:pPr marL="1483904" lvl="1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Only integer operations used.</a:t>
            </a:r>
          </a:p>
          <a:p>
            <a:pPr marL="569216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Extensions</a:t>
            </a:r>
          </a:p>
          <a:p>
            <a:pPr marL="1483904" lvl="1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8-bit, 16-bit: Lookup + 1-bit correction. Fast!</a:t>
            </a:r>
          </a:p>
          <a:p>
            <a:pPr marL="1483904" lvl="1" indent="-5715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64-bit: Use 32-bit </a:t>
            </a:r>
            <a:r>
              <a:rPr lang="en-CA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recip</a:t>
            </a: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+ 3 extra trial </a:t>
            </a:r>
            <a:r>
              <a:rPr lang="en-CA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quotient+remainder</a:t>
            </a:r>
            <a:r>
              <a:rPr lang="en-CA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 iterations.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C1D7CB-9D4A-1233-BD7B-238E23F2A9B0}"/>
              </a:ext>
            </a:extLst>
          </p:cNvPr>
          <p:cNvSpPr txBox="1"/>
          <p:nvPr/>
        </p:nvSpPr>
        <p:spPr>
          <a:xfrm>
            <a:off x="11513827" y="6419944"/>
            <a:ext cx="8254605" cy="360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8-way unrolled</a:t>
            </a:r>
            <a:r>
              <a:rPr lang="en-MY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, working with 8 instruction groups + wide register groups</a:t>
            </a:r>
            <a:endParaRPr lang="en-US" sz="20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803964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3B842-95B8-0CF2-986B-3312379C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855644-F78B-1AD0-B6E7-39A64460F4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858000"/>
            <a:ext cx="4949825" cy="5344918"/>
          </a:xfrm>
        </p:spPr>
        <p:txBody>
          <a:bodyPr/>
          <a:lstStyle/>
          <a:p>
            <a:r>
              <a:rPr lang="en-CA" sz="4400" dirty="0">
                <a:latin typeface="Roboto Mono for Powerline" pitchFamily="2" charset="0"/>
                <a:ea typeface="Roboto Mono for Powerline" pitchFamily="2" charset="0"/>
              </a:rPr>
              <a:t>VRCPSS</a:t>
            </a:r>
            <a:r>
              <a:rPr lang="en-CA" sz="4400" dirty="0"/>
              <a:t> 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Accurate to </a:t>
            </a:r>
          </a:p>
          <a:p>
            <a:r>
              <a:rPr lang="en-US" sz="4800" b="1" dirty="0"/>
              <a:t>12 bits</a:t>
            </a:r>
            <a:endParaRPr lang="en-CA" sz="4800" b="1" dirty="0"/>
          </a:p>
          <a:p>
            <a:endParaRPr lang="en-CA" dirty="0"/>
          </a:p>
          <a:p>
            <a:r>
              <a:rPr lang="en-CA" dirty="0"/>
              <a:t>#Instructions for DP:</a:t>
            </a:r>
          </a:p>
          <a:p>
            <a:r>
              <a:rPr lang="en-CA" dirty="0"/>
              <a:t>10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FEAD71-07BD-BDB8-7876-62D462C2A8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7384" y="6768445"/>
            <a:ext cx="4949825" cy="5344917"/>
          </a:xfrm>
        </p:spPr>
        <p:txBody>
          <a:bodyPr/>
          <a:lstStyle/>
          <a:p>
            <a:r>
              <a:rPr lang="en-US" sz="4400" dirty="0">
                <a:latin typeface="Roboto Mono for Powerline" pitchFamily="2" charset="0"/>
                <a:ea typeface="Roboto Mono for Powerline" pitchFamily="2" charset="0"/>
              </a:rPr>
              <a:t>vfrec7</a:t>
            </a:r>
            <a:endParaRPr lang="en-CA" sz="4400" dirty="0">
              <a:latin typeface="Roboto Mono for Powerline" pitchFamily="2" charset="0"/>
              <a:ea typeface="Roboto Mono for Powerline" pitchFamily="2" charset="0"/>
            </a:endParaRPr>
          </a:p>
          <a:p>
            <a:endParaRPr lang="en-US" b="1" dirty="0"/>
          </a:p>
          <a:p>
            <a:r>
              <a:rPr lang="en-US" b="1" dirty="0"/>
              <a:t>Accurate to </a:t>
            </a:r>
          </a:p>
          <a:p>
            <a:r>
              <a:rPr lang="en-US" sz="4800" b="1" dirty="0"/>
              <a:t>7 bits</a:t>
            </a:r>
            <a:endParaRPr lang="en-CA" sz="4800" b="1" dirty="0"/>
          </a:p>
          <a:p>
            <a:endParaRPr lang="en-CA" sz="4400" dirty="0">
              <a:latin typeface="Roboto Mono for Powerline" pitchFamily="2" charset="0"/>
              <a:ea typeface="Roboto Mono for Powerline" pitchFamily="2" charset="0"/>
            </a:endParaRPr>
          </a:p>
          <a:p>
            <a:pPr marL="0" marR="0" lvl="0" indent="0" algn="l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#Instructions for DP:</a:t>
            </a:r>
          </a:p>
          <a:p>
            <a:pPr marL="0" marR="0" lvl="0" indent="0" algn="l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13</a:t>
            </a:r>
          </a:p>
          <a:p>
            <a:endParaRPr lang="en-CA" sz="4400" dirty="0">
              <a:latin typeface="Roboto Mono for Powerline" pitchFamily="2" charset="0"/>
              <a:ea typeface="Roboto Mono for Powerline" pitchFamily="2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939BAED-74EC-CF90-D85C-49C6617BB6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4555" y="6782090"/>
            <a:ext cx="4949825" cy="5344917"/>
          </a:xfrm>
        </p:spPr>
        <p:txBody>
          <a:bodyPr/>
          <a:lstStyle/>
          <a:p>
            <a:r>
              <a:rPr lang="en-US" sz="4400" dirty="0" err="1">
                <a:latin typeface="Roboto Mono for Powerline" pitchFamily="2" charset="0"/>
                <a:ea typeface="Roboto Mono for Powerline" pitchFamily="2" charset="0"/>
              </a:rPr>
              <a:t>xvresp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Accurate to</a:t>
            </a:r>
          </a:p>
          <a:p>
            <a:r>
              <a:rPr lang="en-US" sz="4800" b="1" dirty="0"/>
              <a:t>14 bits</a:t>
            </a:r>
            <a:endParaRPr lang="en-CA" sz="4800" b="1" dirty="0"/>
          </a:p>
          <a:p>
            <a:endParaRPr lang="en-CA" dirty="0"/>
          </a:p>
          <a:p>
            <a:r>
              <a:rPr lang="en-CA" dirty="0"/>
              <a:t>#Instructions for DP:</a:t>
            </a:r>
          </a:p>
          <a:p>
            <a:r>
              <a:rPr lang="en-CA" dirty="0"/>
              <a:t>10</a:t>
            </a:r>
          </a:p>
          <a:p>
            <a:endParaRPr lang="en-CA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6605087-AB1F-0377-CD8B-D25B6605CF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62169" y="3508631"/>
            <a:ext cx="4951413" cy="1277470"/>
          </a:xfrm>
        </p:spPr>
        <p:txBody>
          <a:bodyPr/>
          <a:lstStyle/>
          <a:p>
            <a:r>
              <a:rPr lang="en-US" sz="9000" dirty="0">
                <a:solidFill>
                  <a:schemeClr val="accent6"/>
                </a:solidFill>
              </a:rPr>
              <a:t>Proposed HW</a:t>
            </a:r>
          </a:p>
          <a:p>
            <a:endParaRPr lang="en-CA" sz="9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A65F7-511D-52DB-8FA3-F0DBDD434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F57FB1B-7FAC-C4DC-FCE1-22F4FBFB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972" y="396575"/>
            <a:ext cx="14951410" cy="3032426"/>
          </a:xfrm>
        </p:spPr>
        <p:txBody>
          <a:bodyPr/>
          <a:lstStyle/>
          <a:p>
            <a:r>
              <a:rPr lang="en-US" sz="7200" dirty="0"/>
              <a:t>FP32 Single-Instruction </a:t>
            </a:r>
            <a:r>
              <a:rPr lang="en-US" sz="7200" dirty="0" err="1"/>
              <a:t>Recip</a:t>
            </a:r>
            <a:r>
              <a:rPr lang="en-US" sz="7200" dirty="0"/>
              <a:t> Estimate</a:t>
            </a:r>
            <a:endParaRPr lang="en-CA" sz="72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069FDA8-05FF-6F98-5E3D-93E299D36BC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193587" y="4933260"/>
            <a:ext cx="5346262" cy="1320832"/>
          </a:xfrm>
        </p:spPr>
        <p:txBody>
          <a:bodyPr/>
          <a:lstStyle/>
          <a:p>
            <a:r>
              <a:rPr lang="en-US" sz="9000" dirty="0">
                <a:solidFill>
                  <a:schemeClr val="accent1"/>
                </a:solidFill>
              </a:rPr>
              <a:t>POWER</a:t>
            </a:r>
            <a:endParaRPr lang="en-CA" sz="9000" dirty="0">
              <a:solidFill>
                <a:schemeClr val="accent1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6E7EA4-4C8C-4479-8B5E-0E579F1552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104210" y="4919612"/>
            <a:ext cx="5132055" cy="1320832"/>
          </a:xfrm>
        </p:spPr>
        <p:txBody>
          <a:bodyPr/>
          <a:lstStyle/>
          <a:p>
            <a:r>
              <a:rPr lang="en-US" sz="9000" dirty="0">
                <a:solidFill>
                  <a:schemeClr val="accent1"/>
                </a:solidFill>
              </a:rPr>
              <a:t>RISC-V</a:t>
            </a:r>
            <a:endParaRPr lang="en-CA" sz="9000" dirty="0">
              <a:solidFill>
                <a:schemeClr val="accen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5B724-5609-1E1E-4B64-826133B9A964}"/>
              </a:ext>
            </a:extLst>
          </p:cNvPr>
          <p:cNvSpPr txBox="1"/>
          <p:nvPr/>
        </p:nvSpPr>
        <p:spPr>
          <a:xfrm>
            <a:off x="18547813" y="8255969"/>
            <a:ext cx="4580123" cy="4169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algn="l" defTabSz="2438400">
              <a:spcBef>
                <a:spcPts val="2900"/>
              </a:spcBef>
              <a:buSzPct val="100000"/>
            </a:pPr>
            <a:r>
              <a:rPr lang="en-US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Accurate to </a:t>
            </a:r>
          </a:p>
          <a:p>
            <a:pPr algn="l" defTabSz="2438400">
              <a:spcBef>
                <a:spcPts val="2900"/>
              </a:spcBef>
              <a:buSzPct val="100000"/>
            </a:pPr>
            <a:r>
              <a:rPr lang="en-US" sz="4800" b="1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20 bits</a:t>
            </a:r>
          </a:p>
          <a:p>
            <a:pPr algn="l" defTabSz="2438400">
              <a:spcBef>
                <a:spcPts val="2900"/>
              </a:spcBef>
              <a:buSzPct val="100000"/>
            </a:pPr>
            <a:endParaRPr lang="en-US" sz="48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marL="0" marR="0" lvl="0" indent="0" algn="l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#Instructions for DP:</a:t>
            </a:r>
          </a:p>
          <a:p>
            <a:pPr marL="0" marR="0" lvl="0" indent="0" algn="l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/>
                <a:ea typeface="+mj-ea"/>
                <a:cs typeface="+mj-cs"/>
                <a:sym typeface="IBM Plex Sans Light"/>
              </a:rPr>
              <a:t>7</a:t>
            </a:r>
          </a:p>
          <a:p>
            <a:pPr algn="l" defTabSz="2438400">
              <a:spcBef>
                <a:spcPts val="2900"/>
              </a:spcBef>
              <a:buSzPct val="100000"/>
            </a:pPr>
            <a:endParaRPr lang="en-US" sz="4800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  <a:p>
            <a:pPr algn="l" defTabSz="2438400">
              <a:spcBef>
                <a:spcPts val="2900"/>
              </a:spcBef>
              <a:buSzPct val="100000"/>
            </a:pPr>
            <a:endParaRPr lang="en-CA" b="1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66E3D865-93D4-B65E-35E8-07E65CB27884}"/>
              </a:ext>
            </a:extLst>
          </p:cNvPr>
          <p:cNvSpPr txBox="1">
            <a:spLocks/>
          </p:cNvSpPr>
          <p:nvPr/>
        </p:nvSpPr>
        <p:spPr>
          <a:xfrm>
            <a:off x="651772" y="4817596"/>
            <a:ext cx="4789279" cy="1287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9000" kern="0" dirty="0">
                <a:solidFill>
                  <a:schemeClr val="accent1"/>
                </a:solidFill>
              </a:rPr>
              <a:t>x86</a:t>
            </a:r>
          </a:p>
          <a:p>
            <a:endParaRPr lang="en-CA" sz="9000" kern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308EF-2530-CEA2-718B-E75047D6F687}"/>
              </a:ext>
            </a:extLst>
          </p:cNvPr>
          <p:cNvSpPr txBox="1"/>
          <p:nvPr/>
        </p:nvSpPr>
        <p:spPr>
          <a:xfrm>
            <a:off x="537972" y="3098017"/>
            <a:ext cx="13494328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Using same algorithmic approach as this talk for FP32 </a:t>
            </a:r>
            <a:r>
              <a:rPr lang="en-US" kern="0" dirty="0" err="1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recip</a:t>
            </a:r>
            <a:endParaRPr lang="en-MY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51106-D4BE-EA0F-1001-ED209531E106}"/>
              </a:ext>
            </a:extLst>
          </p:cNvPr>
          <p:cNvSpPr txBox="1"/>
          <p:nvPr/>
        </p:nvSpPr>
        <p:spPr>
          <a:xfrm>
            <a:off x="429491" y="12938838"/>
            <a:ext cx="20283054" cy="380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400" kern="0" dirty="0">
                <a:ea typeface="+mj-ea"/>
                <a:cs typeface="+mj-cs"/>
                <a:sym typeface="IBM Plex Sans Light"/>
              </a:rPr>
              <a:t>See “</a:t>
            </a: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Multi-Table Approach to Floating-Point Function Approximation</a:t>
            </a:r>
            <a:r>
              <a:rPr lang="en-MY" sz="24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3722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B65946-D7F1-5BFA-103B-758EFFFC5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3AD629-78BE-FDCA-E2E3-D6BA0109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+ Future Work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696B8D-24AA-C26B-380C-BCDB42E52DB3}"/>
              </a:ext>
            </a:extLst>
          </p:cNvPr>
          <p:cNvSpPr txBox="1"/>
          <p:nvPr/>
        </p:nvSpPr>
        <p:spPr>
          <a:xfrm>
            <a:off x="1052945" y="2324929"/>
            <a:ext cx="21072764" cy="960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685800" indent="-6858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Have an efficient, constant-time integer divide</a:t>
            </a:r>
          </a:p>
          <a:p>
            <a:pPr marL="685800" indent="-6858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Implemented in RISC-V</a:t>
            </a:r>
          </a:p>
          <a:p>
            <a:pPr marL="685800" indent="-685800" algn="l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Future work:</a:t>
            </a:r>
          </a:p>
          <a:p>
            <a:pPr marL="1598204" lvl="1" indent="-6858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Hardware implementations for further acceleration</a:t>
            </a:r>
          </a:p>
          <a:p>
            <a:pPr marL="683516" indent="-6858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MY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Related paper:</a:t>
            </a:r>
          </a:p>
          <a:p>
            <a:pPr marL="1598204" lvl="1" indent="-6858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4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Inexactness and Correction of Floating-Point Reciprocal, Division and Square Root</a:t>
            </a:r>
          </a:p>
          <a:p>
            <a:pPr marL="1598204" lvl="1" indent="-685800" defTabSz="2438400">
              <a:spcBef>
                <a:spcPts val="2900"/>
              </a:spcBef>
              <a:buSzPct val="100000"/>
              <a:buFont typeface="Arial" panose="020B0604020202020204" pitchFamily="34" charset="0"/>
              <a:buChar char="•"/>
            </a:pPr>
            <a:endParaRPr lang="en-MY" sz="4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9907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BB1D-E6EC-7AAA-13BA-96C93AB8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769FFA-2F04-0463-3A87-8819DBBD9032}"/>
              </a:ext>
            </a:extLst>
          </p:cNvPr>
          <p:cNvSpPr txBox="1">
            <a:spLocks/>
          </p:cNvSpPr>
          <p:nvPr/>
        </p:nvSpPr>
        <p:spPr>
          <a:xfrm>
            <a:off x="7193809" y="4553690"/>
            <a:ext cx="9999555" cy="2535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defRPr/>
            </a:pPr>
            <a:r>
              <a:rPr lang="en-CA" altLang="en-US" sz="8000" b="1" kern="0" dirty="0">
                <a:solidFill>
                  <a:srgbClr val="7889FB"/>
                </a:solidFill>
                <a:latin typeface="IBM Plex Sans" panose="020B0503050203000203" pitchFamily="34" charset="0"/>
              </a:rPr>
              <a:t>Thanks!</a:t>
            </a:r>
          </a:p>
          <a:p>
            <a:pPr>
              <a:defRPr/>
            </a:pPr>
            <a:r>
              <a:rPr lang="en-CA" altLang="en-US" sz="8000" b="1" kern="0" dirty="0">
                <a:solidFill>
                  <a:srgbClr val="7889FB"/>
                </a:solidFill>
                <a:latin typeface="IBM Plex Sans" panose="020B0503050203000203" pitchFamily="34" charset="0"/>
              </a:rPr>
              <a:t>                   Questions?</a:t>
            </a:r>
          </a:p>
          <a:p>
            <a:pPr>
              <a:defRPr/>
            </a:pPr>
            <a:endParaRPr lang="en-US" altLang="en-US" sz="5400" kern="0" dirty="0">
              <a:solidFill>
                <a:srgbClr val="7889FB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937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A1C00C-DAE7-280E-6A5D-578959581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D77AA-A098-19E0-5C95-53E6BC7D92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3" y="3807725"/>
            <a:ext cx="4948427" cy="820031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DE4251-48E4-8841-21D9-8DAC22340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</a:t>
            </a:r>
            <a:br>
              <a:rPr lang="en-US" dirty="0"/>
            </a:br>
            <a:r>
              <a:rPr lang="en-US" dirty="0"/>
              <a:t>T-Table &amp; </a:t>
            </a:r>
            <a:br>
              <a:rPr lang="en-US" dirty="0"/>
            </a:br>
            <a:r>
              <a:rPr lang="en-US" dirty="0"/>
              <a:t>S-Table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CCC480-8BCB-2C14-1835-F8679BF00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2428" y="1890289"/>
            <a:ext cx="12680546" cy="9935423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4AB7509-B6A0-39EA-E421-87B210D7D42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90" b="9399"/>
          <a:stretch/>
        </p:blipFill>
        <p:spPr>
          <a:xfrm>
            <a:off x="9031506" y="2055782"/>
            <a:ext cx="12348000" cy="6935481"/>
          </a:xfrm>
          <a:prstGeom prst="rect">
            <a:avLst/>
          </a:prstGeom>
        </p:spPr>
      </p:pic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D07F5D-482B-5880-0507-6DA62622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CASCON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374E4D-50B5-643B-6F4B-A6DB779EE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428" y="1276829"/>
            <a:ext cx="13073487" cy="115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6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BM TechXchange 2023">
  <a:themeElements>
    <a:clrScheme name="IBM TX">
      <a:dk1>
        <a:srgbClr val="FFFFFF"/>
      </a:dk1>
      <a:lt1>
        <a:srgbClr val="000000"/>
      </a:lt1>
      <a:dk2>
        <a:srgbClr val="E5F6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22" id="{E1E19202-B987-A941-8674-AD434A0DB71A}" vid="{5A1E2B54-7A0A-184D-A70D-E2100781CE9A}"/>
    </a:ext>
  </a:extLst>
</a:theme>
</file>

<file path=ppt/theme/theme2.xml><?xml version="1.0" encoding="utf-8"?>
<a:theme xmlns:a="http://schemas.openxmlformats.org/drawingml/2006/main" name="1_IBM Brand Template 2022 (Microgrid)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Presentation22" id="{E1E19202-B987-A941-8674-AD434A0DB71A}" vid="{5A1E2B54-7A0A-184D-A70D-E2100781CE9A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4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1_IBM Brand Template 2022 (Microgrid)</Template>
  <TotalTime>14175</TotalTime>
  <Words>1112</Words>
  <Application>Microsoft Office PowerPoint</Application>
  <PresentationFormat>Custom</PresentationFormat>
  <Paragraphs>253</Paragraphs>
  <Slides>25</Slides>
  <Notes>18</Notes>
  <HiddenSlides>1</HiddenSlides>
  <MMClips>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Cambria Math</vt:lpstr>
      <vt:lpstr>IBM Plex Sans</vt:lpstr>
      <vt:lpstr>IBM Plex Sans ExtraLight</vt:lpstr>
      <vt:lpstr>IBM Plex Sans Light</vt:lpstr>
      <vt:lpstr>IBM Plex Sans Medium</vt:lpstr>
      <vt:lpstr>Roboto Mono for Powerline</vt:lpstr>
      <vt:lpstr>IBM TechXchange 2023</vt:lpstr>
      <vt:lpstr>1_IBM Brand Template 2022 (Microgrid)</vt:lpstr>
      <vt:lpstr>Using Fixed-Point Approximations to Accelerate Integer Division </vt:lpstr>
      <vt:lpstr>Elementary Functions</vt:lpstr>
      <vt:lpstr>SRT (HW)</vt:lpstr>
      <vt:lpstr>What I’ll Show (32-Bit Int Div)</vt:lpstr>
      <vt:lpstr>Lookup Tables</vt:lpstr>
      <vt:lpstr>Start with a “standard” table</vt:lpstr>
      <vt:lpstr>Start with a “standard” table</vt:lpstr>
      <vt:lpstr>Add a linear correction</vt:lpstr>
      <vt:lpstr>Add a linear correction</vt:lpstr>
      <vt:lpstr>Normalization: Integers -&gt; Fixed-Point as input to recip</vt:lpstr>
      <vt:lpstr>Recip Computation</vt:lpstr>
      <vt:lpstr>Recip Computation</vt:lpstr>
      <vt:lpstr>Recip Computation</vt:lpstr>
      <vt:lpstr>Recip Computation</vt:lpstr>
      <vt:lpstr>Now for the Quotient</vt:lpstr>
      <vt:lpstr>Now for the Quotient</vt:lpstr>
      <vt:lpstr>Now for the Quotient</vt:lpstr>
      <vt:lpstr>Now for the Quotient</vt:lpstr>
      <vt:lpstr>Outline: Proof of Correctness</vt:lpstr>
      <vt:lpstr>RISC-V ISA + Vector Extension</vt:lpstr>
      <vt:lpstr>RISC-V Implementation (Constant time for Crypto)</vt:lpstr>
      <vt:lpstr>FP32 Single-Instruction Recip Estimate</vt:lpstr>
      <vt:lpstr>Conclusions + Future Work</vt:lpstr>
      <vt:lpstr>PowerPoint Presentation</vt:lpstr>
      <vt:lpstr>Detailed  T-Table &amp;  S-Table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64/86/130pt title,  5 lines maximum,  sentence case</dc:title>
  <dc:subject/>
  <dc:creator>ANNOVA Team</dc:creator>
  <cp:keywords/>
  <dc:description/>
  <cp:lastModifiedBy>Lucas Dutton</cp:lastModifiedBy>
  <cp:revision>211</cp:revision>
  <cp:lastPrinted>2019-04-25T15:14:05Z</cp:lastPrinted>
  <dcterms:created xsi:type="dcterms:W3CDTF">2022-11-16T19:07:41Z</dcterms:created>
  <dcterms:modified xsi:type="dcterms:W3CDTF">2026-04-29T18:52:00Z</dcterms:modified>
  <cp:category/>
</cp:coreProperties>
</file>